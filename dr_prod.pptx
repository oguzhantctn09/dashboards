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657D25-F037-44A9-B712-14A960D496B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4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5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6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40CE11-A69A-4A54-8958-6BA760866DD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1120" y="365040"/>
            <a:ext cx="8543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81120" y="1825560"/>
            <a:ext cx="85435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23C9E3-7705-427F-8420-E7C9F509E4E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BC9572-775C-4934-B73F-028F980984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1120" y="365040"/>
            <a:ext cx="8543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1120" y="1825560"/>
            <a:ext cx="85435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24FBAD-0401-4B9D-B0E3-2669C552926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5C4E79-AD1A-4918-A9D9-D0B6FD8F2AC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81120" y="365040"/>
            <a:ext cx="8543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ECF140-2DFB-4624-9182-67EBB9A069C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F09F6C-2869-40A9-82BC-5C16097F3C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1120" y="365040"/>
            <a:ext cx="8543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7AD3F7-0AE1-489F-9AEE-2FF0EA927EA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75B0A1-A2E6-4622-8D36-7CF837E157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C946E5-814B-4A08-8D3A-00412D35D9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DCB608-E657-4140-978F-08B7EC4E88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74FF4FF-1BC4-4B12-BCFC-3B3FD8F7DD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dt" idx="37"/>
          </p:nvPr>
        </p:nvSpPr>
        <p:spPr>
          <a:xfrm>
            <a:off x="68112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8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9"/>
          </p:nvPr>
        </p:nvSpPr>
        <p:spPr>
          <a:xfrm>
            <a:off x="6996240" y="6356520"/>
            <a:ext cx="222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5D9A76-B16E-4F50-B39D-F84FF0E8C85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rocess"/>
          <p:cNvSpPr/>
          <p:nvPr/>
        </p:nvSpPr>
        <p:spPr>
          <a:xfrm>
            <a:off x="-900720" y="1827000"/>
            <a:ext cx="4696560" cy="3191760"/>
          </a:xfrm>
          <a:custGeom>
            <a:avLst/>
            <a:gdLst>
              <a:gd name="textAreaLeft" fmla="*/ 0 w 4696560"/>
              <a:gd name="textAreaRight" fmla="*/ 4696920 w 4696560"/>
              <a:gd name="textAreaTop" fmla="*/ 0 h 3191760"/>
              <a:gd name="textAreaBottom" fmla="*/ 3192120 h 3191760"/>
              <a:gd name="GluePoint1X" fmla="*/ 0 w 4697000"/>
              <a:gd name="GluePoint1Y" fmla="*/ 1596084 h 3192168"/>
              <a:gd name="GluePoint2X" fmla="*/ 2348500 w 4697000"/>
              <a:gd name="GluePoint2Y" fmla="*/ 0 h 3192168"/>
              <a:gd name="GluePoint3X" fmla="*/ 4697000 w 4697000"/>
              <a:gd name="GluePoint3Y" fmla="*/ 1596084 h 3192168"/>
              <a:gd name="GluePoint4X" fmla="*/ 2348500 w 4697000"/>
              <a:gd name="GluePoint4Y" fmla="*/ 3192168 h 31921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4697000" h="3192168">
                <a:moveTo>
                  <a:pt x="4697000" y="3192168"/>
                </a:moveTo>
                <a:lnTo>
                  <a:pt x="4697000" y="0"/>
                </a:lnTo>
                <a:lnTo>
                  <a:pt x="0" y="0"/>
                </a:lnTo>
                <a:lnTo>
                  <a:pt x="0" y="3192168"/>
                </a:lnTo>
                <a:lnTo>
                  <a:pt x="4697000" y="3192168"/>
                </a:lnTo>
                <a:close/>
              </a:path>
              <a:path fill="none" w="4697000" h="3192168">
                <a:moveTo>
                  <a:pt x="4697000" y="3192168"/>
                </a:moveTo>
                <a:lnTo>
                  <a:pt x="4697000" y="0"/>
                </a:lnTo>
                <a:lnTo>
                  <a:pt x="0" y="0"/>
                </a:lnTo>
                <a:lnTo>
                  <a:pt x="0" y="3192168"/>
                </a:lnTo>
                <a:lnTo>
                  <a:pt x="4697000" y="3192168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000000"/>
            </a:solidFill>
            <a:custDash>
              <a:ds d="1100000" sp="500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rocess"/>
          <p:cNvSpPr/>
          <p:nvPr/>
        </p:nvSpPr>
        <p:spPr>
          <a:xfrm>
            <a:off x="4570560" y="916920"/>
            <a:ext cx="913320" cy="419760"/>
          </a:xfrm>
          <a:custGeom>
            <a:avLst/>
            <a:gdLst>
              <a:gd name="textAreaLeft" fmla="*/ 0 w 913320"/>
              <a:gd name="textAreaRight" fmla="*/ 913680 w 913320"/>
              <a:gd name="textAreaTop" fmla="*/ 0 h 419760"/>
              <a:gd name="textAreaBottom" fmla="*/ 420120 h 419760"/>
              <a:gd name="GluePoint1X" fmla="*/ 0 w 913500"/>
              <a:gd name="GluePoint1Y" fmla="*/ 210000 h 420000"/>
              <a:gd name="GluePoint2X" fmla="*/ 456750 w 913500"/>
              <a:gd name="GluePoint2Y" fmla="*/ 0 h 420000"/>
              <a:gd name="GluePoint3X" fmla="*/ 913500 w 913500"/>
              <a:gd name="GluePoint3Y" fmla="*/ 210000 h 420000"/>
              <a:gd name="GluePoint4X" fmla="*/ 456750 w 913500"/>
              <a:gd name="GluePoint4Y" fmla="*/ 420000 h 42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913500" h="420000">
                <a:moveTo>
                  <a:pt x="913500" y="371000"/>
                </a:moveTo>
                <a:lnTo>
                  <a:pt x="913500" y="49000"/>
                </a:lnTo>
                <a:cubicBezTo>
                  <a:pt x="913500" y="21952"/>
                  <a:pt x="891548" y="0"/>
                  <a:pt x="8645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71000"/>
                </a:lnTo>
                <a:cubicBezTo>
                  <a:pt x="0" y="398048"/>
                  <a:pt x="21952" y="420000"/>
                  <a:pt x="49000" y="420000"/>
                </a:cubicBezTo>
                <a:lnTo>
                  <a:pt x="864500" y="420000"/>
                </a:lnTo>
                <a:cubicBezTo>
                  <a:pt x="891548" y="420000"/>
                  <a:pt x="913500" y="398048"/>
                  <a:pt x="913500" y="371000"/>
                </a:cubicBezTo>
                <a:close/>
              </a:path>
              <a:path fill="none" w="913500" h="420000">
                <a:moveTo>
                  <a:pt x="913500" y="371000"/>
                </a:moveTo>
                <a:lnTo>
                  <a:pt x="913500" y="49000"/>
                </a:lnTo>
                <a:cubicBezTo>
                  <a:pt x="913500" y="21952"/>
                  <a:pt x="891548" y="0"/>
                  <a:pt x="8645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71000"/>
                </a:lnTo>
                <a:cubicBezTo>
                  <a:pt x="0" y="398048"/>
                  <a:pt x="21952" y="420000"/>
                  <a:pt x="49000" y="420000"/>
                </a:cubicBezTo>
                <a:lnTo>
                  <a:pt x="864500" y="420000"/>
                </a:lnTo>
                <a:cubicBezTo>
                  <a:pt x="891548" y="420000"/>
                  <a:pt x="913500" y="398048"/>
                  <a:pt x="913500" y="371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Netscaler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rocess"/>
          <p:cNvSpPr/>
          <p:nvPr/>
        </p:nvSpPr>
        <p:spPr>
          <a:xfrm>
            <a:off x="-725760" y="2796480"/>
            <a:ext cx="1014480" cy="454680"/>
          </a:xfrm>
          <a:custGeom>
            <a:avLst/>
            <a:gdLst>
              <a:gd name="textAreaLeft" fmla="*/ 0 w 1014480"/>
              <a:gd name="textAreaRight" fmla="*/ 1014840 w 1014480"/>
              <a:gd name="textAreaTop" fmla="*/ 0 h 454680"/>
              <a:gd name="textAreaBottom" fmla="*/ 455040 h 454680"/>
              <a:gd name="GluePoint1X" fmla="*/ 0 w 1015000"/>
              <a:gd name="GluePoint1Y" fmla="*/ 227586 h 455172"/>
              <a:gd name="GluePoint2X" fmla="*/ 507500 w 1015000"/>
              <a:gd name="GluePoint2Y" fmla="*/ 0 h 455172"/>
              <a:gd name="GluePoint3X" fmla="*/ 1015000 w 1015000"/>
              <a:gd name="GluePoint3Y" fmla="*/ 227586 h 455172"/>
              <a:gd name="GluePoint4X" fmla="*/ 507500 w 1015000"/>
              <a:gd name="GluePoint4Y" fmla="*/ 455172 h 4551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  <a:path fill="none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Weblogic ADF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rocess"/>
          <p:cNvSpPr/>
          <p:nvPr/>
        </p:nvSpPr>
        <p:spPr>
          <a:xfrm>
            <a:off x="-725760" y="2173320"/>
            <a:ext cx="1014480" cy="454680"/>
          </a:xfrm>
          <a:custGeom>
            <a:avLst/>
            <a:gdLst>
              <a:gd name="textAreaLeft" fmla="*/ 0 w 1014480"/>
              <a:gd name="textAreaRight" fmla="*/ 1014840 w 1014480"/>
              <a:gd name="textAreaTop" fmla="*/ 0 h 454680"/>
              <a:gd name="textAreaBottom" fmla="*/ 455040 h 454680"/>
              <a:gd name="GluePoint1X" fmla="*/ 0 w 1015000"/>
              <a:gd name="GluePoint1Y" fmla="*/ 227586 h 455172"/>
              <a:gd name="GluePoint2X" fmla="*/ 507500 w 1015000"/>
              <a:gd name="GluePoint2Y" fmla="*/ 0 h 455172"/>
              <a:gd name="GluePoint3X" fmla="*/ 1015000 w 1015000"/>
              <a:gd name="GluePoint3Y" fmla="*/ 227586 h 455172"/>
              <a:gd name="GluePoint4X" fmla="*/ 507500 w 1015000"/>
              <a:gd name="GluePoint4Y" fmla="*/ 455172 h 4551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  <a:path fill="none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OHS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ConnectLine"/>
          <p:cNvSpPr/>
          <p:nvPr/>
        </p:nvSpPr>
        <p:spPr>
          <a:xfrm>
            <a:off x="-218160" y="1337040"/>
            <a:ext cx="5245560" cy="835920"/>
          </a:xfrm>
          <a:custGeom>
            <a:avLst/>
            <a:gdLst>
              <a:gd name="textAreaLeft" fmla="*/ 0 w 5245560"/>
              <a:gd name="textAreaRight" fmla="*/ 5245920 w 5245560"/>
              <a:gd name="textAreaTop" fmla="*/ 0 h 835920"/>
              <a:gd name="textAreaBottom" fmla="*/ 836280 h 835920"/>
            </a:gdLst>
            <a:ahLst/>
            <a:cxnLst/>
            <a:rect l="textAreaLeft" t="textAreaTop" r="textAreaRight" b="textAreaBottom"/>
            <a:pathLst>
              <a:path fill="none" w="5245814" h="836155">
                <a:moveTo>
                  <a:pt x="5245814" y="0"/>
                </a:moveTo>
                <a:lnTo>
                  <a:pt x="5245814" y="308000"/>
                </a:lnTo>
                <a:lnTo>
                  <a:pt x="0" y="308000"/>
                </a:lnTo>
                <a:lnTo>
                  <a:pt x="0" y="836155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ConnectLine"/>
          <p:cNvSpPr/>
          <p:nvPr/>
        </p:nvSpPr>
        <p:spPr>
          <a:xfrm>
            <a:off x="-218160" y="2628360"/>
            <a:ext cx="6480" cy="167760"/>
          </a:xfrm>
          <a:custGeom>
            <a:avLst/>
            <a:gdLst>
              <a:gd name="textAreaLeft" fmla="*/ 0 w 6480"/>
              <a:gd name="textAreaRight" fmla="*/ 6840 w 6480"/>
              <a:gd name="textAreaTop" fmla="*/ 0 h 167760"/>
              <a:gd name="textAreaBottom" fmla="*/ 168120 h 167760"/>
            </a:gdLst>
            <a:ahLst/>
            <a:cxnLst/>
            <a:rect l="textAreaLeft" t="textAreaTop" r="textAreaRight" b="textAreaBottom"/>
            <a:pathLst>
              <a:path fill="none" w="7000" h="168087">
                <a:moveTo>
                  <a:pt x="0" y="0"/>
                </a:moveTo>
                <a:lnTo>
                  <a:pt x="0" y="168087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rocess"/>
          <p:cNvSpPr/>
          <p:nvPr/>
        </p:nvSpPr>
        <p:spPr>
          <a:xfrm>
            <a:off x="1682640" y="2142000"/>
            <a:ext cx="1945080" cy="790560"/>
          </a:xfrm>
          <a:custGeom>
            <a:avLst/>
            <a:gdLst>
              <a:gd name="textAreaLeft" fmla="*/ 0 w 1945080"/>
              <a:gd name="textAreaRight" fmla="*/ 1945440 w 1945080"/>
              <a:gd name="textAreaTop" fmla="*/ 0 h 790560"/>
              <a:gd name="textAreaBottom" fmla="*/ 790920 h 790560"/>
              <a:gd name="GluePoint1X" fmla="*/ 0 w 1945419"/>
              <a:gd name="GluePoint1Y" fmla="*/ 395500 h 791000"/>
              <a:gd name="GluePoint2X" fmla="*/ 972709 w 1945419"/>
              <a:gd name="GluePoint2Y" fmla="*/ 0 h 791000"/>
              <a:gd name="GluePoint3X" fmla="*/ 1945419 w 1945419"/>
              <a:gd name="GluePoint3Y" fmla="*/ 395500 h 791000"/>
              <a:gd name="GluePoint4X" fmla="*/ 972709 w 1945419"/>
              <a:gd name="GluePoint4Y" fmla="*/ 791000 h 79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945419" h="791000">
                <a:moveTo>
                  <a:pt x="1945419" y="791000"/>
                </a:moveTo>
                <a:lnTo>
                  <a:pt x="1945419" y="0"/>
                </a:lnTo>
                <a:lnTo>
                  <a:pt x="0" y="0"/>
                </a:lnTo>
                <a:lnTo>
                  <a:pt x="0" y="791000"/>
                </a:lnTo>
                <a:lnTo>
                  <a:pt x="1945419" y="791000"/>
                </a:lnTo>
                <a:close/>
              </a:path>
              <a:path fill="none" w="1945419" h="791000">
                <a:moveTo>
                  <a:pt x="1945419" y="791000"/>
                </a:moveTo>
                <a:lnTo>
                  <a:pt x="1945419" y="0"/>
                </a:lnTo>
                <a:lnTo>
                  <a:pt x="0" y="0"/>
                </a:lnTo>
                <a:lnTo>
                  <a:pt x="0" y="791000"/>
                </a:lnTo>
                <a:lnTo>
                  <a:pt x="1945419" y="791000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onnectLine"/>
          <p:cNvSpPr/>
          <p:nvPr/>
        </p:nvSpPr>
        <p:spPr>
          <a:xfrm>
            <a:off x="2655360" y="1337040"/>
            <a:ext cx="2371680" cy="961920"/>
          </a:xfrm>
          <a:custGeom>
            <a:avLst/>
            <a:gdLst>
              <a:gd name="textAreaLeft" fmla="*/ 1878480 w 2371680"/>
              <a:gd name="textAreaRight" fmla="*/ 2172600 w 2371680"/>
              <a:gd name="textAreaTop" fmla="*/ 213480 h 961920"/>
              <a:gd name="textAreaBottom" fmla="*/ 402480 h 961920"/>
            </a:gdLst>
            <a:ahLst/>
            <a:cxnLst/>
            <a:rect l="textAreaLeft" t="textAreaTop" r="textAreaRight" b="textAreaBottom"/>
            <a:pathLst>
              <a:path fill="none" w="2372020" h="962325">
                <a:moveTo>
                  <a:pt x="2372020" y="0"/>
                </a:moveTo>
                <a:lnTo>
                  <a:pt x="2372020" y="308000"/>
                </a:lnTo>
                <a:lnTo>
                  <a:pt x="0" y="308000"/>
                </a:lnTo>
                <a:lnTo>
                  <a:pt x="0" y="962325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%95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rocess"/>
          <p:cNvSpPr/>
          <p:nvPr/>
        </p:nvSpPr>
        <p:spPr>
          <a:xfrm>
            <a:off x="2148120" y="2299320"/>
            <a:ext cx="1014480" cy="244800"/>
          </a:xfrm>
          <a:custGeom>
            <a:avLst/>
            <a:gdLst>
              <a:gd name="textAreaLeft" fmla="*/ 0 w 1014480"/>
              <a:gd name="textAreaRight" fmla="*/ 1014840 w 1014480"/>
              <a:gd name="textAreaTop" fmla="*/ 0 h 244800"/>
              <a:gd name="textAreaBottom" fmla="*/ 245160 h 244800"/>
              <a:gd name="GluePoint1X" fmla="*/ 0 w 1015000"/>
              <a:gd name="GluePoint1Y" fmla="*/ 122500 h 245000"/>
              <a:gd name="GluePoint2X" fmla="*/ 507500 w 1015000"/>
              <a:gd name="GluePoint2Y" fmla="*/ 0 h 245000"/>
              <a:gd name="GluePoint3X" fmla="*/ 1015000 w 1015000"/>
              <a:gd name="GluePoint3Y" fmla="*/ 122500 h 245000"/>
              <a:gd name="GluePoint4X" fmla="*/ 507500 w 1015000"/>
              <a:gd name="GluePoint4Y" fmla="*/ 245000 h 245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015000" h="245000">
                <a:moveTo>
                  <a:pt x="1015000" y="196000"/>
                </a:moveTo>
                <a:lnTo>
                  <a:pt x="1015000" y="49000"/>
                </a:lnTo>
                <a:cubicBezTo>
                  <a:pt x="1015000" y="21952"/>
                  <a:pt x="993048" y="0"/>
                  <a:pt x="9660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196000"/>
                </a:lnTo>
                <a:cubicBezTo>
                  <a:pt x="0" y="223048"/>
                  <a:pt x="21952" y="245000"/>
                  <a:pt x="49000" y="245000"/>
                </a:cubicBezTo>
                <a:lnTo>
                  <a:pt x="966000" y="245000"/>
                </a:lnTo>
                <a:cubicBezTo>
                  <a:pt x="993048" y="245000"/>
                  <a:pt x="1015000" y="223048"/>
                  <a:pt x="1015000" y="196000"/>
                </a:cubicBezTo>
                <a:close/>
              </a:path>
              <a:path fill="none" w="1015000" h="245000">
                <a:moveTo>
                  <a:pt x="1015000" y="196000"/>
                </a:moveTo>
                <a:lnTo>
                  <a:pt x="1015000" y="49000"/>
                </a:lnTo>
                <a:cubicBezTo>
                  <a:pt x="1015000" y="21952"/>
                  <a:pt x="993048" y="0"/>
                  <a:pt x="9660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196000"/>
                </a:lnTo>
                <a:cubicBezTo>
                  <a:pt x="0" y="223048"/>
                  <a:pt x="21952" y="245000"/>
                  <a:pt x="49000" y="245000"/>
                </a:cubicBezTo>
                <a:lnTo>
                  <a:pt x="966000" y="245000"/>
                </a:lnTo>
                <a:cubicBezTo>
                  <a:pt x="993048" y="245000"/>
                  <a:pt x="1015000" y="223048"/>
                  <a:pt x="1015000" y="196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Nginx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Data"/>
          <p:cNvSpPr/>
          <p:nvPr/>
        </p:nvSpPr>
        <p:spPr>
          <a:xfrm>
            <a:off x="2305440" y="2638800"/>
            <a:ext cx="699480" cy="181800"/>
          </a:xfrm>
          <a:custGeom>
            <a:avLst/>
            <a:gdLst>
              <a:gd name="textAreaLeft" fmla="*/ 45360 w 699480"/>
              <a:gd name="textAreaRight" fmla="*/ 654120 w 699480"/>
              <a:gd name="textAreaTop" fmla="*/ 0 h 181800"/>
              <a:gd name="textAreaBottom" fmla="*/ 182160 h 181800"/>
              <a:gd name="GluePoint1X" fmla="*/ 22750 w 700000"/>
              <a:gd name="GluePoint1Y" fmla="*/ 91000 h 182000"/>
              <a:gd name="GluePoint2X" fmla="*/ 350000 w 700000"/>
              <a:gd name="GluePoint2Y" fmla="*/ 0 h 182000"/>
              <a:gd name="GluePoint3X" fmla="*/ 677250 w 700000"/>
              <a:gd name="GluePoint3Y" fmla="*/ 91000 h 182000"/>
              <a:gd name="GluePoint4X" fmla="*/ 350000 w 700000"/>
              <a:gd name="GluePoint4Y" fmla="*/ 182000 h 182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700000" h="182000">
                <a:moveTo>
                  <a:pt x="654500" y="182000"/>
                </a:moveTo>
                <a:lnTo>
                  <a:pt x="700000" y="0"/>
                </a:lnTo>
                <a:lnTo>
                  <a:pt x="45500" y="0"/>
                </a:lnTo>
                <a:lnTo>
                  <a:pt x="0" y="182000"/>
                </a:lnTo>
                <a:lnTo>
                  <a:pt x="654500" y="182000"/>
                </a:lnTo>
                <a:close/>
              </a:path>
              <a:path fill="none" w="700000" h="182000">
                <a:moveTo>
                  <a:pt x="654500" y="182000"/>
                </a:moveTo>
                <a:lnTo>
                  <a:pt x="700000" y="0"/>
                </a:lnTo>
                <a:lnTo>
                  <a:pt x="45500" y="0"/>
                </a:lnTo>
                <a:lnTo>
                  <a:pt x="0" y="182000"/>
                </a:lnTo>
                <a:lnTo>
                  <a:pt x="654500" y="182000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Live pods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rocess"/>
          <p:cNvSpPr/>
          <p:nvPr/>
        </p:nvSpPr>
        <p:spPr>
          <a:xfrm>
            <a:off x="536040" y="3258360"/>
            <a:ext cx="1341360" cy="594720"/>
          </a:xfrm>
          <a:custGeom>
            <a:avLst/>
            <a:gdLst>
              <a:gd name="textAreaLeft" fmla="*/ 0 w 1341360"/>
              <a:gd name="textAreaRight" fmla="*/ 1341720 w 1341360"/>
              <a:gd name="textAreaTop" fmla="*/ 0 h 594720"/>
              <a:gd name="textAreaBottom" fmla="*/ 595080 h 594720"/>
              <a:gd name="GluePoint1X" fmla="*/ 0 w 1341669"/>
              <a:gd name="GluePoint1Y" fmla="*/ 297500 h 595000"/>
              <a:gd name="GluePoint2X" fmla="*/ 670834 w 1341669"/>
              <a:gd name="GluePoint2Y" fmla="*/ 0 h 595000"/>
              <a:gd name="GluePoint3X" fmla="*/ 1341669 w 1341669"/>
              <a:gd name="GluePoint3Y" fmla="*/ 297500 h 595000"/>
              <a:gd name="GluePoint4X" fmla="*/ 670834 w 1341669"/>
              <a:gd name="GluePoint4Y" fmla="*/ 595000 h 595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341669" h="595000">
                <a:moveTo>
                  <a:pt x="1341669" y="546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546000"/>
                </a:lnTo>
                <a:cubicBezTo>
                  <a:pt x="0" y="573048"/>
                  <a:pt x="21952" y="595000"/>
                  <a:pt x="49000" y="595000"/>
                </a:cubicBezTo>
                <a:lnTo>
                  <a:pt x="1292669" y="595000"/>
                </a:lnTo>
                <a:cubicBezTo>
                  <a:pt x="1319717" y="595000"/>
                  <a:pt x="1341669" y="573048"/>
                  <a:pt x="1341669" y="546000"/>
                </a:cubicBezTo>
                <a:close/>
              </a:path>
              <a:path fill="none" w="1341669" h="595000">
                <a:moveTo>
                  <a:pt x="1341669" y="546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546000"/>
                </a:lnTo>
                <a:cubicBezTo>
                  <a:pt x="0" y="573048"/>
                  <a:pt x="21952" y="595000"/>
                  <a:pt x="49000" y="595000"/>
                </a:cubicBezTo>
                <a:lnTo>
                  <a:pt x="1292669" y="595000"/>
                </a:lnTo>
                <a:cubicBezTo>
                  <a:pt x="1319717" y="595000"/>
                  <a:pt x="1341669" y="573048"/>
                  <a:pt x="1341669" y="546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rocess"/>
          <p:cNvSpPr/>
          <p:nvPr/>
        </p:nvSpPr>
        <p:spPr>
          <a:xfrm>
            <a:off x="540360" y="4073760"/>
            <a:ext cx="1341360" cy="433800"/>
          </a:xfrm>
          <a:custGeom>
            <a:avLst/>
            <a:gdLst>
              <a:gd name="textAreaLeft" fmla="*/ 0 w 1341360"/>
              <a:gd name="textAreaRight" fmla="*/ 1341720 w 1341360"/>
              <a:gd name="textAreaTop" fmla="*/ 0 h 433800"/>
              <a:gd name="textAreaBottom" fmla="*/ 434160 h 433800"/>
              <a:gd name="GluePoint1X" fmla="*/ 0 w 1341669"/>
              <a:gd name="GluePoint1Y" fmla="*/ 217000 h 434000"/>
              <a:gd name="GluePoint2X" fmla="*/ 670835 w 1341669"/>
              <a:gd name="GluePoint2Y" fmla="*/ 0 h 434000"/>
              <a:gd name="GluePoint3X" fmla="*/ 1341669 w 1341669"/>
              <a:gd name="GluePoint3Y" fmla="*/ 217000 h 434000"/>
              <a:gd name="GluePoint4X" fmla="*/ 670835 w 1341669"/>
              <a:gd name="GluePoint4Y" fmla="*/ 434000 h 434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341669" h="434000">
                <a:moveTo>
                  <a:pt x="1341669" y="385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85000"/>
                </a:lnTo>
                <a:cubicBezTo>
                  <a:pt x="0" y="412048"/>
                  <a:pt x="21952" y="434000"/>
                  <a:pt x="49000" y="434000"/>
                </a:cubicBezTo>
                <a:lnTo>
                  <a:pt x="1292669" y="434000"/>
                </a:lnTo>
                <a:cubicBezTo>
                  <a:pt x="1319717" y="434000"/>
                  <a:pt x="1341669" y="412048"/>
                  <a:pt x="1341669" y="385000"/>
                </a:cubicBezTo>
                <a:close/>
              </a:path>
              <a:path fill="none" w="1341669" h="434000">
                <a:moveTo>
                  <a:pt x="1341669" y="385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85000"/>
                </a:lnTo>
                <a:cubicBezTo>
                  <a:pt x="0" y="412048"/>
                  <a:pt x="21952" y="434000"/>
                  <a:pt x="49000" y="434000"/>
                </a:cubicBezTo>
                <a:lnTo>
                  <a:pt x="1292669" y="434000"/>
                </a:lnTo>
                <a:cubicBezTo>
                  <a:pt x="1319717" y="434000"/>
                  <a:pt x="1341669" y="412048"/>
                  <a:pt x="1341669" y="385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207440" y="3258360"/>
            <a:ext cx="6480" cy="594720"/>
          </a:xfrm>
          <a:custGeom>
            <a:avLst/>
            <a:gdLst>
              <a:gd name="textAreaLeft" fmla="*/ 0 w 6480"/>
              <a:gd name="textAreaRight" fmla="*/ 6840 w 6480"/>
              <a:gd name="textAreaTop" fmla="*/ 0 h 594720"/>
              <a:gd name="textAreaBottom" fmla="*/ 595080 h 594720"/>
            </a:gdLst>
            <a:ahLst/>
            <a:cxnLst/>
            <a:rect l="textAreaLeft" t="textAreaTop" r="textAreaRight" b="textAreaBottom"/>
            <a:pathLst>
              <a:path fill="none" w="7000" h="595000">
                <a:moveTo>
                  <a:pt x="0" y="0"/>
                </a:moveTo>
                <a:lnTo>
                  <a:pt x="0" y="595000"/>
                </a:lnTo>
              </a:path>
            </a:pathLst>
          </a:custGeom>
          <a:solidFill>
            <a:srgbClr val="ffffff"/>
          </a:solidFill>
          <a:ln w="70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"/>
          <p:cNvSpPr/>
          <p:nvPr/>
        </p:nvSpPr>
        <p:spPr>
          <a:xfrm>
            <a:off x="793800" y="4143960"/>
            <a:ext cx="825480" cy="293760"/>
          </a:xfrm>
          <a:custGeom>
            <a:avLst/>
            <a:gdLst>
              <a:gd name="textAreaLeft" fmla="*/ 0 w 825480"/>
              <a:gd name="textAreaRight" fmla="*/ 825840 w 825480"/>
              <a:gd name="textAreaTop" fmla="*/ 0 h 293760"/>
              <a:gd name="textAreaBottom" fmla="*/ 294120 h 293760"/>
            </a:gdLst>
            <a:ahLst/>
            <a:cxnLst/>
            <a:rect l="textAreaLeft" t="textAreaTop" r="textAreaRight" b="textAreaBottom"/>
            <a:pathLst>
              <a:path stroke="0" w="826000" h="294000">
                <a:moveTo>
                  <a:pt x="0" y="0"/>
                </a:moveTo>
                <a:lnTo>
                  <a:pt x="826000" y="0"/>
                </a:lnTo>
                <a:lnTo>
                  <a:pt x="826000" y="294000"/>
                </a:lnTo>
                <a:lnTo>
                  <a:pt x="0" y="294000"/>
                </a:lnTo>
                <a:lnTo>
                  <a:pt x="0" y="0"/>
                </a:lnTo>
                <a:close/>
              </a:path>
              <a:path fill="none" w="826000" h="294000">
                <a:moveTo>
                  <a:pt x="0" y="0"/>
                </a:moveTo>
                <a:lnTo>
                  <a:pt x="826000" y="0"/>
                </a:lnTo>
                <a:lnTo>
                  <a:pt x="826000" y="294000"/>
                </a:lnTo>
                <a:lnTo>
                  <a:pt x="0" y="294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Internal OSB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"/>
          <p:cNvSpPr/>
          <p:nvPr/>
        </p:nvSpPr>
        <p:spPr>
          <a:xfrm>
            <a:off x="652680" y="3258360"/>
            <a:ext cx="461520" cy="594720"/>
          </a:xfrm>
          <a:custGeom>
            <a:avLst/>
            <a:gdLst>
              <a:gd name="textAreaLeft" fmla="*/ 0 w 461520"/>
              <a:gd name="textAreaRight" fmla="*/ 461880 w 461520"/>
              <a:gd name="textAreaTop" fmla="*/ 0 h 594720"/>
              <a:gd name="textAreaBottom" fmla="*/ 595080 h 594720"/>
              <a:gd name="GluePoint1X" fmla="*/ 231000 w 462000"/>
              <a:gd name="GluePoint1Y" fmla="*/ 0 h 595000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  <a:path fill="none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External OSB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"/>
          <p:cNvSpPr/>
          <p:nvPr/>
        </p:nvSpPr>
        <p:spPr>
          <a:xfrm>
            <a:off x="1307520" y="3258360"/>
            <a:ext cx="461520" cy="594720"/>
          </a:xfrm>
          <a:custGeom>
            <a:avLst/>
            <a:gdLst>
              <a:gd name="textAreaLeft" fmla="*/ 0 w 461520"/>
              <a:gd name="textAreaRight" fmla="*/ 461880 w 461520"/>
              <a:gd name="textAreaTop" fmla="*/ 0 h 594720"/>
              <a:gd name="textAreaBottom" fmla="*/ 595080 h 594720"/>
              <a:gd name="GluePoint1X" fmla="*/ 462000 w 462000"/>
              <a:gd name="GluePoint1Y" fmla="*/ 297500 h 595000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  <a:path fill="none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OVM OSB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Accept Database"/>
          <p:cNvGrpSpPr/>
          <p:nvPr/>
        </p:nvGrpSpPr>
        <p:grpSpPr>
          <a:xfrm>
            <a:off x="1344960" y="5573520"/>
            <a:ext cx="244080" cy="286560"/>
            <a:chOff x="1344960" y="5573520"/>
            <a:chExt cx="244080" cy="286560"/>
          </a:xfrm>
        </p:grpSpPr>
        <p:sp>
          <p:nvSpPr>
            <p:cNvPr id="86" name=""/>
            <p:cNvSpPr/>
            <p:nvPr/>
          </p:nvSpPr>
          <p:spPr>
            <a:xfrm>
              <a:off x="1496520" y="5761440"/>
              <a:ext cx="92520" cy="9288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stroke="0" w="92945" h="93166">
                  <a:moveTo>
                    <a:pt x="38667" y="56868"/>
                  </a:moveTo>
                  <a:lnTo>
                    <a:pt x="69329" y="25411"/>
                  </a:lnTo>
                  <a:lnTo>
                    <a:pt x="74635" y="30854"/>
                  </a:lnTo>
                  <a:lnTo>
                    <a:pt x="38667" y="67755"/>
                  </a:lnTo>
                  <a:lnTo>
                    <a:pt x="18310" y="46870"/>
                  </a:lnTo>
                  <a:lnTo>
                    <a:pt x="23615" y="41427"/>
                  </a:lnTo>
                  <a:lnTo>
                    <a:pt x="38667" y="56868"/>
                  </a:lnTo>
                  <a:close/>
                  <a:moveTo>
                    <a:pt x="0" y="46583"/>
                  </a:moveTo>
                  <a:cubicBezTo>
                    <a:pt x="0" y="20856"/>
                    <a:pt x="20806" y="0"/>
                    <a:pt x="46472" y="0"/>
                  </a:cubicBezTo>
                  <a:cubicBezTo>
                    <a:pt x="72138" y="0"/>
                    <a:pt x="92945" y="20856"/>
                    <a:pt x="92945" y="46583"/>
                  </a:cubicBezTo>
                  <a:cubicBezTo>
                    <a:pt x="92945" y="72310"/>
                    <a:pt x="72138" y="93166"/>
                    <a:pt x="46472" y="93166"/>
                  </a:cubicBezTo>
                  <a:cubicBezTo>
                    <a:pt x="20806" y="93166"/>
                    <a:pt x="0" y="72310"/>
                    <a:pt x="0" y="46583"/>
                  </a:cubicBezTo>
                  <a:close/>
                  <a:moveTo>
                    <a:pt x="46472" y="87723"/>
                  </a:moveTo>
                  <a:cubicBezTo>
                    <a:pt x="69139" y="87723"/>
                    <a:pt x="87514" y="69304"/>
                    <a:pt x="87514" y="46583"/>
                  </a:cubicBezTo>
                  <a:cubicBezTo>
                    <a:pt x="87514" y="23862"/>
                    <a:pt x="69139" y="5443"/>
                    <a:pt x="46472" y="5443"/>
                  </a:cubicBezTo>
                  <a:cubicBezTo>
                    <a:pt x="23805" y="5443"/>
                    <a:pt x="5430" y="23862"/>
                    <a:pt x="5430" y="46583"/>
                  </a:cubicBezTo>
                  <a:cubicBezTo>
                    <a:pt x="5430" y="69304"/>
                    <a:pt x="23805" y="87723"/>
                    <a:pt x="46472" y="87723"/>
                  </a:cubicBezTo>
                  <a:close/>
                  <a:moveTo>
                    <a:pt x="70448" y="49300"/>
                  </a:moveTo>
                </a:path>
                <a:path fill="none" w="92945" h="93166">
                  <a:moveTo>
                    <a:pt x="38667" y="56868"/>
                  </a:moveTo>
                  <a:lnTo>
                    <a:pt x="69329" y="25411"/>
                  </a:lnTo>
                  <a:lnTo>
                    <a:pt x="74635" y="30854"/>
                  </a:lnTo>
                  <a:lnTo>
                    <a:pt x="38667" y="67755"/>
                  </a:lnTo>
                  <a:lnTo>
                    <a:pt x="18310" y="46870"/>
                  </a:lnTo>
                  <a:lnTo>
                    <a:pt x="23615" y="41427"/>
                  </a:lnTo>
                  <a:lnTo>
                    <a:pt x="38667" y="56868"/>
                  </a:lnTo>
                  <a:close/>
                  <a:moveTo>
                    <a:pt x="0" y="46583"/>
                  </a:moveTo>
                  <a:cubicBezTo>
                    <a:pt x="0" y="20856"/>
                    <a:pt x="20806" y="0"/>
                    <a:pt x="46472" y="0"/>
                  </a:cubicBezTo>
                  <a:cubicBezTo>
                    <a:pt x="72138" y="0"/>
                    <a:pt x="92945" y="20856"/>
                    <a:pt x="92945" y="46583"/>
                  </a:cubicBezTo>
                  <a:cubicBezTo>
                    <a:pt x="92945" y="72310"/>
                    <a:pt x="72138" y="93166"/>
                    <a:pt x="46472" y="93166"/>
                  </a:cubicBezTo>
                  <a:cubicBezTo>
                    <a:pt x="20806" y="93166"/>
                    <a:pt x="0" y="72310"/>
                    <a:pt x="0" y="46583"/>
                  </a:cubicBezTo>
                  <a:close/>
                  <a:moveTo>
                    <a:pt x="46472" y="87723"/>
                  </a:moveTo>
                  <a:cubicBezTo>
                    <a:pt x="69139" y="87723"/>
                    <a:pt x="87514" y="69304"/>
                    <a:pt x="87514" y="46583"/>
                  </a:cubicBezTo>
                  <a:cubicBezTo>
                    <a:pt x="87514" y="23862"/>
                    <a:pt x="69139" y="5443"/>
                    <a:pt x="46472" y="5443"/>
                  </a:cubicBezTo>
                  <a:cubicBezTo>
                    <a:pt x="23805" y="5443"/>
                    <a:pt x="5430" y="23862"/>
                    <a:pt x="5430" y="46583"/>
                  </a:cubicBezTo>
                  <a:cubicBezTo>
                    <a:pt x="5430" y="69304"/>
                    <a:pt x="23805" y="87723"/>
                    <a:pt x="46472" y="87723"/>
                  </a:cubicBezTo>
                  <a:close/>
                  <a:moveTo>
                    <a:pt x="70448" y="49300"/>
                  </a:moveTo>
                </a:path>
              </a:pathLst>
            </a:custGeom>
            <a:solidFill>
              <a:srgbClr val="717070"/>
            </a:solidFill>
            <a:ln w="3333">
              <a:solidFill>
                <a:srgbClr val="7170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1344960" y="5573520"/>
              <a:ext cx="212760" cy="286560"/>
            </a:xfrm>
            <a:custGeom>
              <a:avLst/>
              <a:gdLst>
                <a:gd name="textAreaLeft" fmla="*/ 0 w 212760"/>
                <a:gd name="textAreaRight" fmla="*/ 213120 w 212760"/>
                <a:gd name="textAreaTop" fmla="*/ 0 h 286560"/>
                <a:gd name="textAreaBottom" fmla="*/ 286920 h 286560"/>
              </a:gdLst>
              <a:ahLst/>
              <a:cxnLst/>
              <a:rect l="textAreaLeft" t="textAreaTop" r="textAreaRight" b="textAreaBottom"/>
              <a:pathLst>
                <a:path stroke="0" w="212993" h="287000">
                  <a:moveTo>
                    <a:pt x="3667" y="24442"/>
                  </a:moveTo>
                  <a:cubicBezTo>
                    <a:pt x="3667" y="10943"/>
                    <a:pt x="49705" y="0"/>
                    <a:pt x="106496" y="0"/>
                  </a:cubicBezTo>
                  <a:cubicBezTo>
                    <a:pt x="163288" y="0"/>
                    <a:pt x="209326" y="10943"/>
                    <a:pt x="209326" y="24442"/>
                  </a:cubicBezTo>
                  <a:cubicBezTo>
                    <a:pt x="209326" y="37941"/>
                    <a:pt x="163288" y="48884"/>
                    <a:pt x="106496" y="48884"/>
                  </a:cubicBezTo>
                  <a:cubicBezTo>
                    <a:pt x="49705" y="48884"/>
                    <a:pt x="3667" y="37941"/>
                    <a:pt x="3667" y="24442"/>
                  </a:cubicBezTo>
                  <a:close/>
                </a:path>
                <a:path stroke="0" w="212993" h="287000">
                  <a:moveTo>
                    <a:pt x="212993" y="36288"/>
                  </a:moveTo>
                  <a:lnTo>
                    <a:pt x="212993" y="100499"/>
                  </a:lnTo>
                  <a:cubicBezTo>
                    <a:pt x="212993" y="100703"/>
                    <a:pt x="212993" y="100908"/>
                    <a:pt x="212993" y="101114"/>
                  </a:cubicBezTo>
                  <a:cubicBezTo>
                    <a:pt x="212993" y="116325"/>
                    <a:pt x="165305" y="128656"/>
                    <a:pt x="106496" y="128656"/>
                  </a:cubicBezTo>
                  <a:cubicBezTo>
                    <a:pt x="47687" y="128656"/>
                    <a:pt x="0" y="116325"/>
                    <a:pt x="0" y="101114"/>
                  </a:cubicBezTo>
                  <a:cubicBezTo>
                    <a:pt x="0" y="100908"/>
                    <a:pt x="0" y="100703"/>
                    <a:pt x="0" y="100499"/>
                  </a:cubicBezTo>
                  <a:lnTo>
                    <a:pt x="0" y="36288"/>
                  </a:lnTo>
                  <a:cubicBezTo>
                    <a:pt x="7528" y="49756"/>
                    <a:pt x="52340" y="60104"/>
                    <a:pt x="106496" y="60104"/>
                  </a:cubicBezTo>
                  <a:cubicBezTo>
                    <a:pt x="160653" y="60104"/>
                    <a:pt x="205465" y="49756"/>
                    <a:pt x="212993" y="36288"/>
                  </a:cubicBezTo>
                  <a:close/>
                </a:path>
                <a:path stroke="0" w="212993" h="287000">
                  <a:moveTo>
                    <a:pt x="212993" y="115460"/>
                  </a:moveTo>
                  <a:lnTo>
                    <a:pt x="212993" y="179671"/>
                  </a:lnTo>
                  <a:cubicBezTo>
                    <a:pt x="212993" y="179876"/>
                    <a:pt x="212993" y="180080"/>
                    <a:pt x="212993" y="180286"/>
                  </a:cubicBezTo>
                  <a:cubicBezTo>
                    <a:pt x="212993" y="181629"/>
                    <a:pt x="212621" y="182948"/>
                    <a:pt x="211903" y="184239"/>
                  </a:cubicBezTo>
                  <a:cubicBezTo>
                    <a:pt x="207101" y="182785"/>
                    <a:pt x="202008" y="182003"/>
                    <a:pt x="196732" y="182003"/>
                  </a:cubicBezTo>
                  <a:cubicBezTo>
                    <a:pt x="178710" y="182003"/>
                    <a:pt x="162813" y="191128"/>
                    <a:pt x="153390" y="205020"/>
                  </a:cubicBezTo>
                  <a:cubicBezTo>
                    <a:pt x="139241" y="206818"/>
                    <a:pt x="123324" y="207828"/>
                    <a:pt x="106496" y="207828"/>
                  </a:cubicBezTo>
                  <a:cubicBezTo>
                    <a:pt x="47687" y="207828"/>
                    <a:pt x="0" y="195497"/>
                    <a:pt x="0" y="180286"/>
                  </a:cubicBezTo>
                  <a:cubicBezTo>
                    <a:pt x="0" y="180080"/>
                    <a:pt x="0" y="179876"/>
                    <a:pt x="0" y="179671"/>
                  </a:cubicBezTo>
                  <a:lnTo>
                    <a:pt x="0" y="115460"/>
                  </a:lnTo>
                  <a:cubicBezTo>
                    <a:pt x="7528" y="128928"/>
                    <a:pt x="52340" y="139276"/>
                    <a:pt x="106496" y="139276"/>
                  </a:cubicBezTo>
                  <a:cubicBezTo>
                    <a:pt x="160653" y="139276"/>
                    <a:pt x="205465" y="128928"/>
                    <a:pt x="212993" y="115460"/>
                  </a:cubicBezTo>
                  <a:close/>
                </a:path>
                <a:path stroke="0" w="212993" h="287000">
                  <a:moveTo>
                    <a:pt x="106496" y="287000"/>
                  </a:moveTo>
                  <a:cubicBezTo>
                    <a:pt x="47687" y="287000"/>
                    <a:pt x="0" y="274669"/>
                    <a:pt x="0" y="259458"/>
                  </a:cubicBezTo>
                  <a:cubicBezTo>
                    <a:pt x="0" y="259253"/>
                    <a:pt x="0" y="259048"/>
                    <a:pt x="0" y="258843"/>
                  </a:cubicBezTo>
                  <a:lnTo>
                    <a:pt x="0" y="194632"/>
                  </a:lnTo>
                  <a:cubicBezTo>
                    <a:pt x="7528" y="208101"/>
                    <a:pt x="52340" y="218448"/>
                    <a:pt x="106496" y="218448"/>
                  </a:cubicBezTo>
                  <a:cubicBezTo>
                    <a:pt x="121044" y="218448"/>
                    <a:pt x="134917" y="217701"/>
                    <a:pt x="147574" y="216348"/>
                  </a:cubicBezTo>
                  <a:cubicBezTo>
                    <a:pt x="145495" y="222005"/>
                    <a:pt x="144359" y="228120"/>
                    <a:pt x="144359" y="234501"/>
                  </a:cubicBezTo>
                  <a:cubicBezTo>
                    <a:pt x="144359" y="254741"/>
                    <a:pt x="155786" y="272307"/>
                    <a:pt x="172527" y="281068"/>
                  </a:cubicBezTo>
                  <a:cubicBezTo>
                    <a:pt x="154376" y="284782"/>
                    <a:pt x="131436" y="287000"/>
                    <a:pt x="106496" y="287000"/>
                  </a:cubicBezTo>
                  <a:close/>
                </a:path>
                <a:path fill="none" w="212993" h="287000">
                  <a:moveTo>
                    <a:pt x="3667" y="24442"/>
                  </a:moveTo>
                  <a:cubicBezTo>
                    <a:pt x="3667" y="10943"/>
                    <a:pt x="49705" y="0"/>
                    <a:pt x="106496" y="0"/>
                  </a:cubicBezTo>
                  <a:cubicBezTo>
                    <a:pt x="163288" y="0"/>
                    <a:pt x="209326" y="10943"/>
                    <a:pt x="209326" y="24442"/>
                  </a:cubicBezTo>
                  <a:cubicBezTo>
                    <a:pt x="209326" y="37941"/>
                    <a:pt x="163288" y="48884"/>
                    <a:pt x="106496" y="48884"/>
                  </a:cubicBezTo>
                  <a:cubicBezTo>
                    <a:pt x="49705" y="48884"/>
                    <a:pt x="3667" y="37941"/>
                    <a:pt x="3667" y="24442"/>
                  </a:cubicBezTo>
                  <a:close/>
                </a:path>
                <a:path fill="none" w="212993" h="287000">
                  <a:moveTo>
                    <a:pt x="212993" y="36288"/>
                  </a:moveTo>
                  <a:lnTo>
                    <a:pt x="212993" y="100499"/>
                  </a:lnTo>
                  <a:cubicBezTo>
                    <a:pt x="212993" y="100703"/>
                    <a:pt x="212993" y="100908"/>
                    <a:pt x="212993" y="101114"/>
                  </a:cubicBezTo>
                  <a:cubicBezTo>
                    <a:pt x="212993" y="116325"/>
                    <a:pt x="165305" y="128656"/>
                    <a:pt x="106496" y="128656"/>
                  </a:cubicBezTo>
                  <a:cubicBezTo>
                    <a:pt x="47687" y="128656"/>
                    <a:pt x="0" y="116325"/>
                    <a:pt x="0" y="101114"/>
                  </a:cubicBezTo>
                  <a:cubicBezTo>
                    <a:pt x="0" y="100908"/>
                    <a:pt x="0" y="100703"/>
                    <a:pt x="0" y="100499"/>
                  </a:cubicBezTo>
                  <a:lnTo>
                    <a:pt x="0" y="36288"/>
                  </a:lnTo>
                  <a:cubicBezTo>
                    <a:pt x="7528" y="49756"/>
                    <a:pt x="52340" y="60104"/>
                    <a:pt x="106496" y="60104"/>
                  </a:cubicBezTo>
                  <a:cubicBezTo>
                    <a:pt x="160653" y="60104"/>
                    <a:pt x="205465" y="49756"/>
                    <a:pt x="212993" y="36288"/>
                  </a:cubicBezTo>
                  <a:close/>
                </a:path>
                <a:path fill="none" w="212993" h="287000">
                  <a:moveTo>
                    <a:pt x="212993" y="115460"/>
                  </a:moveTo>
                  <a:lnTo>
                    <a:pt x="212993" y="179671"/>
                  </a:lnTo>
                  <a:cubicBezTo>
                    <a:pt x="212993" y="179876"/>
                    <a:pt x="212993" y="180080"/>
                    <a:pt x="212993" y="180286"/>
                  </a:cubicBezTo>
                  <a:cubicBezTo>
                    <a:pt x="212993" y="181629"/>
                    <a:pt x="212621" y="182948"/>
                    <a:pt x="211903" y="184239"/>
                  </a:cubicBezTo>
                  <a:cubicBezTo>
                    <a:pt x="207101" y="182785"/>
                    <a:pt x="202008" y="182003"/>
                    <a:pt x="196732" y="182003"/>
                  </a:cubicBezTo>
                  <a:cubicBezTo>
                    <a:pt x="178710" y="182003"/>
                    <a:pt x="162813" y="191128"/>
                    <a:pt x="153390" y="205020"/>
                  </a:cubicBezTo>
                  <a:cubicBezTo>
                    <a:pt x="139241" y="206818"/>
                    <a:pt x="123324" y="207828"/>
                    <a:pt x="106496" y="207828"/>
                  </a:cubicBezTo>
                  <a:cubicBezTo>
                    <a:pt x="47687" y="207828"/>
                    <a:pt x="0" y="195497"/>
                    <a:pt x="0" y="180286"/>
                  </a:cubicBezTo>
                  <a:cubicBezTo>
                    <a:pt x="0" y="180080"/>
                    <a:pt x="0" y="179876"/>
                    <a:pt x="0" y="179671"/>
                  </a:cubicBezTo>
                  <a:lnTo>
                    <a:pt x="0" y="115460"/>
                  </a:lnTo>
                  <a:cubicBezTo>
                    <a:pt x="7528" y="128928"/>
                    <a:pt x="52340" y="139276"/>
                    <a:pt x="106496" y="139276"/>
                  </a:cubicBezTo>
                  <a:cubicBezTo>
                    <a:pt x="160653" y="139276"/>
                    <a:pt x="205465" y="128928"/>
                    <a:pt x="212993" y="115460"/>
                  </a:cubicBezTo>
                  <a:close/>
                </a:path>
                <a:path fill="none" w="212993" h="287000">
                  <a:moveTo>
                    <a:pt x="106496" y="287000"/>
                  </a:moveTo>
                  <a:cubicBezTo>
                    <a:pt x="47687" y="287000"/>
                    <a:pt x="0" y="274669"/>
                    <a:pt x="0" y="259458"/>
                  </a:cubicBezTo>
                  <a:cubicBezTo>
                    <a:pt x="0" y="259253"/>
                    <a:pt x="0" y="259048"/>
                    <a:pt x="0" y="258843"/>
                  </a:cubicBezTo>
                  <a:lnTo>
                    <a:pt x="0" y="194632"/>
                  </a:lnTo>
                  <a:cubicBezTo>
                    <a:pt x="7528" y="208101"/>
                    <a:pt x="52340" y="218448"/>
                    <a:pt x="106496" y="218448"/>
                  </a:cubicBezTo>
                  <a:cubicBezTo>
                    <a:pt x="121044" y="218448"/>
                    <a:pt x="134917" y="217701"/>
                    <a:pt x="147574" y="216348"/>
                  </a:cubicBezTo>
                  <a:cubicBezTo>
                    <a:pt x="145495" y="222005"/>
                    <a:pt x="144359" y="228120"/>
                    <a:pt x="144359" y="234501"/>
                  </a:cubicBezTo>
                  <a:cubicBezTo>
                    <a:pt x="144359" y="254741"/>
                    <a:pt x="155786" y="272307"/>
                    <a:pt x="172527" y="281068"/>
                  </a:cubicBezTo>
                  <a:cubicBezTo>
                    <a:pt x="154376" y="284782"/>
                    <a:pt x="131436" y="287000"/>
                    <a:pt x="106496" y="287000"/>
                  </a:cubicBezTo>
                  <a:close/>
                </a:path>
              </a:pathLst>
            </a:custGeom>
            <a:solidFill>
              <a:srgbClr val="00a2ff"/>
            </a:solidFill>
            <a:ln w="7000">
              <a:solidFill>
                <a:srgbClr val="00a2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" name="Rectangle"/>
          <p:cNvSpPr/>
          <p:nvPr/>
        </p:nvSpPr>
        <p:spPr>
          <a:xfrm>
            <a:off x="1091160" y="5860800"/>
            <a:ext cx="772200" cy="349560"/>
          </a:xfrm>
          <a:custGeom>
            <a:avLst/>
            <a:gdLst>
              <a:gd name="textAreaLeft" fmla="*/ 0 w 772200"/>
              <a:gd name="textAreaRight" fmla="*/ 772560 w 772200"/>
              <a:gd name="textAreaTop" fmla="*/ 0 h 349560"/>
              <a:gd name="textAreaBottom" fmla="*/ 349920 h 349560"/>
            </a:gdLst>
            <a:ahLst/>
            <a:cxnLst/>
            <a:rect l="textAreaLeft" t="textAreaTop" r="textAreaRight" b="textAreaBottom"/>
            <a:pathLst>
              <a:path stroke="0" w="772660" h="350000">
                <a:moveTo>
                  <a:pt x="0" y="0"/>
                </a:moveTo>
                <a:lnTo>
                  <a:pt x="772660" y="0"/>
                </a:lnTo>
                <a:lnTo>
                  <a:pt x="77266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  <a:path fill="none" w="772660" h="350000">
                <a:moveTo>
                  <a:pt x="0" y="0"/>
                </a:moveTo>
                <a:lnTo>
                  <a:pt x="772660" y="0"/>
                </a:lnTo>
                <a:lnTo>
                  <a:pt x="77266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000000"/>
                </a:solidFill>
                <a:effectLst/>
                <a:uFillTx/>
                <a:latin typeface="Bahnschrift Light"/>
                <a:ea typeface="Bahnschrift Light"/>
              </a:rPr>
              <a:t>PROD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EXADATA X10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onnectLine"/>
          <p:cNvSpPr/>
          <p:nvPr/>
        </p:nvSpPr>
        <p:spPr>
          <a:xfrm>
            <a:off x="1877760" y="2932920"/>
            <a:ext cx="777240" cy="622800"/>
          </a:xfrm>
          <a:custGeom>
            <a:avLst/>
            <a:gdLst>
              <a:gd name="textAreaLeft" fmla="*/ 0 w 777240"/>
              <a:gd name="textAreaRight" fmla="*/ 777600 w 777240"/>
              <a:gd name="textAreaTop" fmla="*/ 0 h 622800"/>
              <a:gd name="textAreaBottom" fmla="*/ 623160 h 622800"/>
            </a:gdLst>
            <a:ahLst/>
            <a:cxnLst/>
            <a:rect l="textAreaLeft" t="textAreaTop" r="textAreaRight" b="textAreaBottom"/>
            <a:pathLst>
              <a:path fill="none" w="777688" h="623000">
                <a:moveTo>
                  <a:pt x="777688" y="0"/>
                </a:moveTo>
                <a:lnTo>
                  <a:pt x="777688" y="623000"/>
                </a:lnTo>
                <a:lnTo>
                  <a:pt x="0" y="62300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onnectLine"/>
          <p:cNvSpPr/>
          <p:nvPr/>
        </p:nvSpPr>
        <p:spPr>
          <a:xfrm>
            <a:off x="-218160" y="3251520"/>
            <a:ext cx="754200" cy="303840"/>
          </a:xfrm>
          <a:custGeom>
            <a:avLst/>
            <a:gdLst>
              <a:gd name="textAreaLeft" fmla="*/ 0 w 754200"/>
              <a:gd name="textAreaRight" fmla="*/ 754560 w 75420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fill="none" w="754437" h="304239">
                <a:moveTo>
                  <a:pt x="0" y="0"/>
                </a:moveTo>
                <a:lnTo>
                  <a:pt x="0" y="304239"/>
                </a:lnTo>
                <a:lnTo>
                  <a:pt x="754437" y="304239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onnectLine"/>
          <p:cNvSpPr/>
          <p:nvPr/>
        </p:nvSpPr>
        <p:spPr>
          <a:xfrm>
            <a:off x="-218160" y="3251520"/>
            <a:ext cx="758160" cy="1038960"/>
          </a:xfrm>
          <a:custGeom>
            <a:avLst/>
            <a:gdLst>
              <a:gd name="textAreaLeft" fmla="*/ -262440 w 758160"/>
              <a:gd name="textAreaRight" fmla="*/ 262440 w 758160"/>
              <a:gd name="textAreaTop" fmla="*/ 606960 h 1038960"/>
              <a:gd name="textAreaBottom" fmla="*/ 845280 h 1038960"/>
            </a:gdLst>
            <a:ahLst/>
            <a:cxnLst/>
            <a:rect l="textAreaLeft" t="textAreaTop" r="textAreaRight" b="textAreaBottom"/>
            <a:pathLst>
              <a:path fill="none" w="758586" h="1039239">
                <a:moveTo>
                  <a:pt x="0" y="0"/>
                </a:moveTo>
                <a:lnTo>
                  <a:pt x="0" y="1039239"/>
                </a:lnTo>
                <a:lnTo>
                  <a:pt x="758586" y="1039239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56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esb.xx.com.tr</a:t>
            </a:r>
            <a:endParaRPr b="0" lang="en-US" sz="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56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10.70.12.12</a:t>
            </a:r>
            <a:endParaRPr b="0" lang="en-US" sz="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onnectLine"/>
          <p:cNvSpPr/>
          <p:nvPr/>
        </p:nvSpPr>
        <p:spPr>
          <a:xfrm>
            <a:off x="1882080" y="2932920"/>
            <a:ext cx="773280" cy="1357560"/>
          </a:xfrm>
          <a:custGeom>
            <a:avLst/>
            <a:gdLst>
              <a:gd name="textAreaLeft" fmla="*/ 444240 w 773280"/>
              <a:gd name="textAreaRight" fmla="*/ 1102680 w 773280"/>
              <a:gd name="textAreaTop" fmla="*/ 177120 h 1357560"/>
              <a:gd name="textAreaBottom" fmla="*/ 471240 h 1357560"/>
            </a:gdLst>
            <a:ahLst/>
            <a:cxnLst/>
            <a:rect l="textAreaLeft" t="textAreaTop" r="textAreaRight" b="textAreaBottom"/>
            <a:pathLst>
              <a:path fill="none" w="773538" h="1358000">
                <a:moveTo>
                  <a:pt x="773538" y="0"/>
                </a:moveTo>
                <a:lnTo>
                  <a:pt x="773538" y="1358000"/>
                </a:lnTo>
                <a:lnTo>
                  <a:pt x="0" y="135800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esb.xx.com.tr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10.70.12.12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"/>
          <p:cNvSpPr/>
          <p:nvPr/>
        </p:nvSpPr>
        <p:spPr>
          <a:xfrm rot="16200000">
            <a:off x="-1666080" y="2336040"/>
            <a:ext cx="1061280" cy="202320"/>
          </a:xfrm>
          <a:custGeom>
            <a:avLst/>
            <a:gdLst>
              <a:gd name="textAreaLeft" fmla="*/ 0 w 1061280"/>
              <a:gd name="textAreaRight" fmla="*/ 1061640 w 1061280"/>
              <a:gd name="textAreaTop" fmla="*/ 0 h 202320"/>
              <a:gd name="textAreaBottom" fmla="*/ 202680 h 202320"/>
              <a:gd name="GluePoint1X" fmla="*/ 1061669 w 1061669"/>
              <a:gd name="GluePoint1Y" fmla="*/ 101406 h 202812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1061669" h="202812">
                <a:moveTo>
                  <a:pt x="0" y="0"/>
                </a:moveTo>
                <a:lnTo>
                  <a:pt x="1061669" y="0"/>
                </a:lnTo>
                <a:lnTo>
                  <a:pt x="1061669" y="202812"/>
                </a:lnTo>
                <a:lnTo>
                  <a:pt x="0" y="202812"/>
                </a:lnTo>
                <a:lnTo>
                  <a:pt x="0" y="0"/>
                </a:lnTo>
                <a:close/>
              </a:path>
              <a:path fill="none" w="1061669" h="202812">
                <a:moveTo>
                  <a:pt x="0" y="0"/>
                </a:moveTo>
                <a:lnTo>
                  <a:pt x="1061669" y="0"/>
                </a:lnTo>
                <a:lnTo>
                  <a:pt x="1061669" y="202812"/>
                </a:lnTo>
                <a:lnTo>
                  <a:pt x="0" y="2028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services.xx.com.tr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rocess"/>
          <p:cNvSpPr/>
          <p:nvPr/>
        </p:nvSpPr>
        <p:spPr>
          <a:xfrm>
            <a:off x="4570560" y="2520000"/>
            <a:ext cx="913320" cy="419760"/>
          </a:xfrm>
          <a:custGeom>
            <a:avLst/>
            <a:gdLst>
              <a:gd name="textAreaLeft" fmla="*/ 0 w 913320"/>
              <a:gd name="textAreaRight" fmla="*/ 913680 w 913320"/>
              <a:gd name="textAreaTop" fmla="*/ 0 h 419760"/>
              <a:gd name="textAreaBottom" fmla="*/ 420120 h 419760"/>
              <a:gd name="GluePoint1X" fmla="*/ 0 w 913500"/>
              <a:gd name="GluePoint1Y" fmla="*/ 210000 h 420000"/>
              <a:gd name="GluePoint2X" fmla="*/ 456750 w 913500"/>
              <a:gd name="GluePoint2Y" fmla="*/ 0 h 420000"/>
              <a:gd name="GluePoint3X" fmla="*/ 913500 w 913500"/>
              <a:gd name="GluePoint3Y" fmla="*/ 210000 h 420000"/>
              <a:gd name="GluePoint4X" fmla="*/ 456750 w 913500"/>
              <a:gd name="GluePoint4Y" fmla="*/ 420000 h 42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913500" h="420000">
                <a:moveTo>
                  <a:pt x="913500" y="371000"/>
                </a:moveTo>
                <a:lnTo>
                  <a:pt x="913500" y="49000"/>
                </a:lnTo>
                <a:cubicBezTo>
                  <a:pt x="913500" y="21952"/>
                  <a:pt x="891548" y="0"/>
                  <a:pt x="8645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71000"/>
                </a:lnTo>
                <a:cubicBezTo>
                  <a:pt x="0" y="398048"/>
                  <a:pt x="21952" y="420000"/>
                  <a:pt x="49000" y="420000"/>
                </a:cubicBezTo>
                <a:lnTo>
                  <a:pt x="864500" y="420000"/>
                </a:lnTo>
                <a:cubicBezTo>
                  <a:pt x="891548" y="420000"/>
                  <a:pt x="913500" y="398048"/>
                  <a:pt x="913500" y="371000"/>
                </a:cubicBezTo>
                <a:close/>
              </a:path>
              <a:path fill="none" w="913500" h="420000">
                <a:moveTo>
                  <a:pt x="913500" y="371000"/>
                </a:moveTo>
                <a:lnTo>
                  <a:pt x="913500" y="49000"/>
                </a:lnTo>
                <a:cubicBezTo>
                  <a:pt x="913500" y="21952"/>
                  <a:pt x="891548" y="0"/>
                  <a:pt x="8645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71000"/>
                </a:lnTo>
                <a:cubicBezTo>
                  <a:pt x="0" y="398048"/>
                  <a:pt x="21952" y="420000"/>
                  <a:pt x="49000" y="420000"/>
                </a:cubicBezTo>
                <a:lnTo>
                  <a:pt x="864500" y="420000"/>
                </a:lnTo>
                <a:cubicBezTo>
                  <a:pt x="891548" y="420000"/>
                  <a:pt x="913500" y="398048"/>
                  <a:pt x="913500" y="371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MW Netscaler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onnectLine"/>
          <p:cNvSpPr/>
          <p:nvPr/>
        </p:nvSpPr>
        <p:spPr>
          <a:xfrm>
            <a:off x="1447560" y="5019120"/>
            <a:ext cx="6480" cy="447480"/>
          </a:xfrm>
          <a:custGeom>
            <a:avLst/>
            <a:gdLst>
              <a:gd name="textAreaLeft" fmla="*/ 0 w 6480"/>
              <a:gd name="textAreaRight" fmla="*/ 6840 w 6480"/>
              <a:gd name="textAreaTop" fmla="*/ 0 h 447480"/>
              <a:gd name="textAreaBottom" fmla="*/ 447840 h 447480"/>
            </a:gdLst>
            <a:ahLst/>
            <a:cxnLst/>
            <a:rect l="textAreaLeft" t="textAreaTop" r="textAreaRight" b="textAreaBottom"/>
            <a:pathLst>
              <a:path fill="none" w="7000" h="447825">
                <a:moveTo>
                  <a:pt x="0" y="0"/>
                </a:moveTo>
                <a:lnTo>
                  <a:pt x="0" y="447825"/>
                </a:lnTo>
              </a:path>
            </a:pathLst>
          </a:custGeom>
          <a:noFill/>
          <a:ln w="14000">
            <a:solidFill>
              <a:srgbClr val="191919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1689840" y="2638800"/>
            <a:ext cx="265680" cy="265680"/>
          </a:xfrm>
          <a:prstGeom prst="rect">
            <a:avLst/>
          </a:prstGeom>
          <a:noFill/>
          <a:ln w="7000">
            <a:noFill/>
          </a:ln>
        </p:spPr>
      </p:pic>
      <p:sp>
        <p:nvSpPr>
          <p:cNvPr id="97" name="Rectangle"/>
          <p:cNvSpPr/>
          <p:nvPr/>
        </p:nvSpPr>
        <p:spPr>
          <a:xfrm>
            <a:off x="1542240" y="2120760"/>
            <a:ext cx="839520" cy="209520"/>
          </a:xfrm>
          <a:custGeom>
            <a:avLst/>
            <a:gdLst>
              <a:gd name="textAreaLeft" fmla="*/ 0 w 839520"/>
              <a:gd name="textAreaRight" fmla="*/ 839880 w 83952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840000" h="210000">
                <a:moveTo>
                  <a:pt x="0" y="0"/>
                </a:moveTo>
                <a:lnTo>
                  <a:pt x="840000" y="0"/>
                </a:lnTo>
                <a:lnTo>
                  <a:pt x="840000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840000" h="210000">
                <a:moveTo>
                  <a:pt x="0" y="0"/>
                </a:moveTo>
                <a:lnTo>
                  <a:pt x="840000" y="0"/>
                </a:lnTo>
                <a:lnTo>
                  <a:pt x="840000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Openshift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"/>
          <p:cNvSpPr/>
          <p:nvPr/>
        </p:nvSpPr>
        <p:spPr>
          <a:xfrm>
            <a:off x="-456480" y="3101040"/>
            <a:ext cx="745200" cy="209520"/>
          </a:xfrm>
          <a:custGeom>
            <a:avLst/>
            <a:gdLst>
              <a:gd name="textAreaLeft" fmla="*/ 0 w 745200"/>
              <a:gd name="textAreaRight" fmla="*/ 745560 w 74520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10.70.12.xx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"/>
          <p:cNvSpPr/>
          <p:nvPr/>
        </p:nvSpPr>
        <p:spPr>
          <a:xfrm>
            <a:off x="-456480" y="2495520"/>
            <a:ext cx="745200" cy="209520"/>
          </a:xfrm>
          <a:custGeom>
            <a:avLst/>
            <a:gdLst>
              <a:gd name="textAreaLeft" fmla="*/ 0 w 745200"/>
              <a:gd name="textAreaRight" fmla="*/ 745560 w 74520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10.70.15.60-61-62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"/>
          <p:cNvSpPr/>
          <p:nvPr/>
        </p:nvSpPr>
        <p:spPr>
          <a:xfrm>
            <a:off x="2882520" y="2803320"/>
            <a:ext cx="745200" cy="209520"/>
          </a:xfrm>
          <a:custGeom>
            <a:avLst/>
            <a:gdLst>
              <a:gd name="textAreaLeft" fmla="*/ 0 w 745200"/>
              <a:gd name="textAreaRight" fmla="*/ 745560 w 745200"/>
              <a:gd name="textAreaTop" fmla="*/ 0 h 209520"/>
              <a:gd name="textAreaBottom" fmla="*/ 209880 h 209520"/>
              <a:gd name="GluePoint1X" fmla="*/ 745689 w 745689"/>
              <a:gd name="GluePoint1Y" fmla="*/ 105000 h 210000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10.70.25.xx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"/>
          <p:cNvSpPr/>
          <p:nvPr/>
        </p:nvSpPr>
        <p:spPr>
          <a:xfrm>
            <a:off x="834120" y="3853440"/>
            <a:ext cx="745200" cy="216720"/>
          </a:xfrm>
          <a:custGeom>
            <a:avLst/>
            <a:gdLst>
              <a:gd name="textAreaLeft" fmla="*/ 0 w 745200"/>
              <a:gd name="textAreaRight" fmla="*/ 745560 w 745200"/>
              <a:gd name="textAreaTop" fmla="*/ 0 h 216720"/>
              <a:gd name="textAreaBottom" fmla="*/ 217080 h 216720"/>
            </a:gdLst>
            <a:ahLst/>
            <a:cxnLst/>
            <a:rect l="textAreaLeft" t="textAreaTop" r="textAreaRight" b="textAreaBottom"/>
            <a:pathLst>
              <a:path stroke="0" w="745689" h="217000">
                <a:moveTo>
                  <a:pt x="0" y="0"/>
                </a:moveTo>
                <a:lnTo>
                  <a:pt x="745689" y="0"/>
                </a:lnTo>
                <a:lnTo>
                  <a:pt x="745689" y="217000"/>
                </a:lnTo>
                <a:lnTo>
                  <a:pt x="0" y="217000"/>
                </a:lnTo>
                <a:lnTo>
                  <a:pt x="0" y="0"/>
                </a:lnTo>
                <a:close/>
              </a:path>
              <a:path fill="none" w="745689" h="217000">
                <a:moveTo>
                  <a:pt x="0" y="0"/>
                </a:moveTo>
                <a:lnTo>
                  <a:pt x="745689" y="0"/>
                </a:lnTo>
                <a:lnTo>
                  <a:pt x="745689" y="217000"/>
                </a:lnTo>
                <a:lnTo>
                  <a:pt x="0" y="217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10.70.12.xx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onnectLine"/>
          <p:cNvSpPr/>
          <p:nvPr/>
        </p:nvSpPr>
        <p:spPr>
          <a:xfrm>
            <a:off x="2982600" y="2729880"/>
            <a:ext cx="1587600" cy="6480"/>
          </a:xfrm>
          <a:custGeom>
            <a:avLst/>
            <a:gdLst>
              <a:gd name="textAreaLeft" fmla="*/ 1110240 w 1587600"/>
              <a:gd name="textAreaRight" fmla="*/ 1404000 w 1587600"/>
              <a:gd name="textAreaTop" fmla="*/ -92160 h 6480"/>
              <a:gd name="textAreaBottom" fmla="*/ 92160 h 6480"/>
            </a:gdLst>
            <a:ahLst/>
            <a:cxnLst/>
            <a:rect l="textAreaLeft" t="textAreaTop" r="textAreaRight" b="textAreaBottom"/>
            <a:pathLst>
              <a:path fill="none" w="1588020" h="7000">
                <a:moveTo>
                  <a:pt x="1588020" y="0"/>
                </a:moveTo>
                <a:lnTo>
                  <a:pt x="0" y="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%95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rocess"/>
          <p:cNvSpPr/>
          <p:nvPr/>
        </p:nvSpPr>
        <p:spPr>
          <a:xfrm>
            <a:off x="6438600" y="1827000"/>
            <a:ext cx="4696560" cy="3191760"/>
          </a:xfrm>
          <a:custGeom>
            <a:avLst/>
            <a:gdLst>
              <a:gd name="textAreaLeft" fmla="*/ 0 w 4696560"/>
              <a:gd name="textAreaRight" fmla="*/ 4696920 w 4696560"/>
              <a:gd name="textAreaTop" fmla="*/ 0 h 3191760"/>
              <a:gd name="textAreaBottom" fmla="*/ 3192120 h 3191760"/>
              <a:gd name="GluePoint1X" fmla="*/ 0 w 4697000"/>
              <a:gd name="GluePoint1Y" fmla="*/ 1596084 h 3192168"/>
              <a:gd name="GluePoint2X" fmla="*/ 2348500 w 4697000"/>
              <a:gd name="GluePoint2Y" fmla="*/ 0 h 3192168"/>
              <a:gd name="GluePoint3X" fmla="*/ 4697000 w 4697000"/>
              <a:gd name="GluePoint3Y" fmla="*/ 1596084 h 3192168"/>
              <a:gd name="GluePoint4X" fmla="*/ 2348500 w 4697000"/>
              <a:gd name="GluePoint4Y" fmla="*/ 3192168 h 31921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4697000" h="3192168">
                <a:moveTo>
                  <a:pt x="4697000" y="3192168"/>
                </a:moveTo>
                <a:lnTo>
                  <a:pt x="4697000" y="0"/>
                </a:lnTo>
                <a:lnTo>
                  <a:pt x="0" y="0"/>
                </a:lnTo>
                <a:lnTo>
                  <a:pt x="0" y="3192168"/>
                </a:lnTo>
                <a:lnTo>
                  <a:pt x="4697000" y="3192168"/>
                </a:lnTo>
                <a:close/>
              </a:path>
              <a:path fill="none" w="4697000" h="3192168">
                <a:moveTo>
                  <a:pt x="4697000" y="3192168"/>
                </a:moveTo>
                <a:lnTo>
                  <a:pt x="4697000" y="0"/>
                </a:lnTo>
                <a:lnTo>
                  <a:pt x="0" y="0"/>
                </a:lnTo>
                <a:lnTo>
                  <a:pt x="0" y="3192168"/>
                </a:lnTo>
                <a:lnTo>
                  <a:pt x="4697000" y="3192168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000000"/>
            </a:solidFill>
            <a:custDash>
              <a:ds d="1100000" sp="500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rocess"/>
          <p:cNvSpPr/>
          <p:nvPr/>
        </p:nvSpPr>
        <p:spPr>
          <a:xfrm>
            <a:off x="6613920" y="2796480"/>
            <a:ext cx="1014480" cy="454680"/>
          </a:xfrm>
          <a:custGeom>
            <a:avLst/>
            <a:gdLst>
              <a:gd name="textAreaLeft" fmla="*/ 0 w 1014480"/>
              <a:gd name="textAreaRight" fmla="*/ 1014840 w 1014480"/>
              <a:gd name="textAreaTop" fmla="*/ 0 h 454680"/>
              <a:gd name="textAreaBottom" fmla="*/ 455040 h 454680"/>
              <a:gd name="GluePoint1X" fmla="*/ 0 w 1015000"/>
              <a:gd name="GluePoint1Y" fmla="*/ 227586 h 455172"/>
              <a:gd name="GluePoint2X" fmla="*/ 507500 w 1015000"/>
              <a:gd name="GluePoint2Y" fmla="*/ 0 h 455172"/>
              <a:gd name="GluePoint3X" fmla="*/ 1015000 w 1015000"/>
              <a:gd name="GluePoint3Y" fmla="*/ 227586 h 455172"/>
              <a:gd name="GluePoint4X" fmla="*/ 507500 w 1015000"/>
              <a:gd name="GluePoint4Y" fmla="*/ 455172 h 4551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  <a:path fill="none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Weblogic ADF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rocess"/>
          <p:cNvSpPr/>
          <p:nvPr/>
        </p:nvSpPr>
        <p:spPr>
          <a:xfrm>
            <a:off x="6613920" y="2173320"/>
            <a:ext cx="1014480" cy="454680"/>
          </a:xfrm>
          <a:custGeom>
            <a:avLst/>
            <a:gdLst>
              <a:gd name="textAreaLeft" fmla="*/ 0 w 1014480"/>
              <a:gd name="textAreaRight" fmla="*/ 1014840 w 1014480"/>
              <a:gd name="textAreaTop" fmla="*/ 0 h 454680"/>
              <a:gd name="textAreaBottom" fmla="*/ 455040 h 454680"/>
              <a:gd name="GluePoint1X" fmla="*/ 0 w 1015000"/>
              <a:gd name="GluePoint1Y" fmla="*/ 227586 h 455172"/>
              <a:gd name="GluePoint2X" fmla="*/ 507500 w 1015000"/>
              <a:gd name="GluePoint2Y" fmla="*/ 0 h 455172"/>
              <a:gd name="GluePoint3X" fmla="*/ 1015000 w 1015000"/>
              <a:gd name="GluePoint3Y" fmla="*/ 227586 h 455172"/>
              <a:gd name="GluePoint4X" fmla="*/ 507500 w 1015000"/>
              <a:gd name="GluePoint4Y" fmla="*/ 455172 h 4551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  <a:path fill="none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OHS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onnectLine"/>
          <p:cNvSpPr/>
          <p:nvPr/>
        </p:nvSpPr>
        <p:spPr>
          <a:xfrm>
            <a:off x="7121160" y="2628360"/>
            <a:ext cx="6480" cy="167760"/>
          </a:xfrm>
          <a:custGeom>
            <a:avLst/>
            <a:gdLst>
              <a:gd name="textAreaLeft" fmla="*/ 0 w 6480"/>
              <a:gd name="textAreaRight" fmla="*/ 6840 w 6480"/>
              <a:gd name="textAreaTop" fmla="*/ 0 h 167760"/>
              <a:gd name="textAreaBottom" fmla="*/ 168120 h 167760"/>
            </a:gdLst>
            <a:ahLst/>
            <a:cxnLst/>
            <a:rect l="textAreaLeft" t="textAreaTop" r="textAreaRight" b="textAreaBottom"/>
            <a:pathLst>
              <a:path fill="none" w="7000" h="168087">
                <a:moveTo>
                  <a:pt x="0" y="0"/>
                </a:moveTo>
                <a:lnTo>
                  <a:pt x="0" y="168087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rocess"/>
          <p:cNvSpPr/>
          <p:nvPr/>
        </p:nvSpPr>
        <p:spPr>
          <a:xfrm>
            <a:off x="9022320" y="2142000"/>
            <a:ext cx="1945080" cy="790560"/>
          </a:xfrm>
          <a:custGeom>
            <a:avLst/>
            <a:gdLst>
              <a:gd name="textAreaLeft" fmla="*/ 0 w 1945080"/>
              <a:gd name="textAreaRight" fmla="*/ 1945440 w 1945080"/>
              <a:gd name="textAreaTop" fmla="*/ 0 h 790560"/>
              <a:gd name="textAreaBottom" fmla="*/ 790920 h 790560"/>
              <a:gd name="GluePoint1X" fmla="*/ 0 w 1945419"/>
              <a:gd name="GluePoint1Y" fmla="*/ 395500 h 791000"/>
              <a:gd name="GluePoint2X" fmla="*/ 972709 w 1945419"/>
              <a:gd name="GluePoint2Y" fmla="*/ 0 h 791000"/>
              <a:gd name="GluePoint3X" fmla="*/ 1945419 w 1945419"/>
              <a:gd name="GluePoint3Y" fmla="*/ 395500 h 791000"/>
              <a:gd name="GluePoint4X" fmla="*/ 972709 w 1945419"/>
              <a:gd name="GluePoint4Y" fmla="*/ 791000 h 79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945419" h="791000">
                <a:moveTo>
                  <a:pt x="1945419" y="791000"/>
                </a:moveTo>
                <a:lnTo>
                  <a:pt x="1945419" y="0"/>
                </a:lnTo>
                <a:lnTo>
                  <a:pt x="0" y="0"/>
                </a:lnTo>
                <a:lnTo>
                  <a:pt x="0" y="791000"/>
                </a:lnTo>
                <a:lnTo>
                  <a:pt x="1945419" y="791000"/>
                </a:lnTo>
                <a:close/>
              </a:path>
              <a:path fill="none" w="1945419" h="791000">
                <a:moveTo>
                  <a:pt x="1945419" y="791000"/>
                </a:moveTo>
                <a:lnTo>
                  <a:pt x="1945419" y="0"/>
                </a:lnTo>
                <a:lnTo>
                  <a:pt x="0" y="0"/>
                </a:lnTo>
                <a:lnTo>
                  <a:pt x="0" y="791000"/>
                </a:lnTo>
                <a:lnTo>
                  <a:pt x="1945419" y="791000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rocess"/>
          <p:cNvSpPr/>
          <p:nvPr/>
        </p:nvSpPr>
        <p:spPr>
          <a:xfrm>
            <a:off x="9487440" y="2299320"/>
            <a:ext cx="1014480" cy="244800"/>
          </a:xfrm>
          <a:custGeom>
            <a:avLst/>
            <a:gdLst>
              <a:gd name="textAreaLeft" fmla="*/ 0 w 1014480"/>
              <a:gd name="textAreaRight" fmla="*/ 1014840 w 1014480"/>
              <a:gd name="textAreaTop" fmla="*/ 0 h 244800"/>
              <a:gd name="textAreaBottom" fmla="*/ 245160 h 244800"/>
              <a:gd name="GluePoint1X" fmla="*/ 0 w 1015000"/>
              <a:gd name="GluePoint1Y" fmla="*/ 122500 h 245000"/>
              <a:gd name="GluePoint2X" fmla="*/ 507500 w 1015000"/>
              <a:gd name="GluePoint2Y" fmla="*/ 0 h 245000"/>
              <a:gd name="GluePoint3X" fmla="*/ 1015000 w 1015000"/>
              <a:gd name="GluePoint3Y" fmla="*/ 122500 h 245000"/>
              <a:gd name="GluePoint4X" fmla="*/ 507500 w 1015000"/>
              <a:gd name="GluePoint4Y" fmla="*/ 245000 h 245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015000" h="245000">
                <a:moveTo>
                  <a:pt x="1015000" y="196000"/>
                </a:moveTo>
                <a:lnTo>
                  <a:pt x="1015000" y="49000"/>
                </a:lnTo>
                <a:cubicBezTo>
                  <a:pt x="1015000" y="21952"/>
                  <a:pt x="993048" y="0"/>
                  <a:pt x="9660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196000"/>
                </a:lnTo>
                <a:cubicBezTo>
                  <a:pt x="0" y="223048"/>
                  <a:pt x="21952" y="245000"/>
                  <a:pt x="49000" y="245000"/>
                </a:cubicBezTo>
                <a:lnTo>
                  <a:pt x="966000" y="245000"/>
                </a:lnTo>
                <a:cubicBezTo>
                  <a:pt x="993048" y="245000"/>
                  <a:pt x="1015000" y="223048"/>
                  <a:pt x="1015000" y="196000"/>
                </a:cubicBezTo>
                <a:close/>
              </a:path>
              <a:path fill="none" w="1015000" h="245000">
                <a:moveTo>
                  <a:pt x="1015000" y="196000"/>
                </a:moveTo>
                <a:lnTo>
                  <a:pt x="1015000" y="49000"/>
                </a:lnTo>
                <a:cubicBezTo>
                  <a:pt x="1015000" y="21952"/>
                  <a:pt x="993048" y="0"/>
                  <a:pt x="9660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196000"/>
                </a:lnTo>
                <a:cubicBezTo>
                  <a:pt x="0" y="223048"/>
                  <a:pt x="21952" y="245000"/>
                  <a:pt x="49000" y="245000"/>
                </a:cubicBezTo>
                <a:lnTo>
                  <a:pt x="966000" y="245000"/>
                </a:lnTo>
                <a:cubicBezTo>
                  <a:pt x="993048" y="245000"/>
                  <a:pt x="1015000" y="223048"/>
                  <a:pt x="1015000" y="196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Nginx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Data"/>
          <p:cNvSpPr/>
          <p:nvPr/>
        </p:nvSpPr>
        <p:spPr>
          <a:xfrm>
            <a:off x="9645120" y="2638800"/>
            <a:ext cx="699480" cy="181800"/>
          </a:xfrm>
          <a:custGeom>
            <a:avLst/>
            <a:gdLst>
              <a:gd name="textAreaLeft" fmla="*/ 45360 w 699480"/>
              <a:gd name="textAreaRight" fmla="*/ 654120 w 699480"/>
              <a:gd name="textAreaTop" fmla="*/ 0 h 181800"/>
              <a:gd name="textAreaBottom" fmla="*/ 182160 h 181800"/>
              <a:gd name="GluePoint1X" fmla="*/ 22750 w 700000"/>
              <a:gd name="GluePoint1Y" fmla="*/ 91000 h 182000"/>
              <a:gd name="GluePoint2X" fmla="*/ 350000 w 700000"/>
              <a:gd name="GluePoint2Y" fmla="*/ 0 h 182000"/>
              <a:gd name="GluePoint3X" fmla="*/ 677250 w 700000"/>
              <a:gd name="GluePoint3Y" fmla="*/ 91000 h 182000"/>
              <a:gd name="GluePoint4X" fmla="*/ 350000 w 700000"/>
              <a:gd name="GluePoint4Y" fmla="*/ 182000 h 182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700000" h="182000">
                <a:moveTo>
                  <a:pt x="654500" y="182000"/>
                </a:moveTo>
                <a:lnTo>
                  <a:pt x="700000" y="0"/>
                </a:lnTo>
                <a:lnTo>
                  <a:pt x="45500" y="0"/>
                </a:lnTo>
                <a:lnTo>
                  <a:pt x="0" y="182000"/>
                </a:lnTo>
                <a:lnTo>
                  <a:pt x="654500" y="182000"/>
                </a:lnTo>
                <a:close/>
              </a:path>
              <a:path fill="none" w="700000" h="182000">
                <a:moveTo>
                  <a:pt x="654500" y="182000"/>
                </a:moveTo>
                <a:lnTo>
                  <a:pt x="700000" y="0"/>
                </a:lnTo>
                <a:lnTo>
                  <a:pt x="45500" y="0"/>
                </a:lnTo>
                <a:lnTo>
                  <a:pt x="0" y="182000"/>
                </a:lnTo>
                <a:lnTo>
                  <a:pt x="654500" y="182000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Live pods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rocess"/>
          <p:cNvSpPr/>
          <p:nvPr/>
        </p:nvSpPr>
        <p:spPr>
          <a:xfrm>
            <a:off x="7875720" y="3258360"/>
            <a:ext cx="1341360" cy="594720"/>
          </a:xfrm>
          <a:custGeom>
            <a:avLst/>
            <a:gdLst>
              <a:gd name="textAreaLeft" fmla="*/ 0 w 1341360"/>
              <a:gd name="textAreaRight" fmla="*/ 1341720 w 1341360"/>
              <a:gd name="textAreaTop" fmla="*/ 0 h 594720"/>
              <a:gd name="textAreaBottom" fmla="*/ 595080 h 594720"/>
              <a:gd name="GluePoint1X" fmla="*/ 0 w 1341669"/>
              <a:gd name="GluePoint1Y" fmla="*/ 297500 h 595000"/>
              <a:gd name="GluePoint2X" fmla="*/ 670834 w 1341669"/>
              <a:gd name="GluePoint2Y" fmla="*/ 0 h 595000"/>
              <a:gd name="GluePoint3X" fmla="*/ 1341669 w 1341669"/>
              <a:gd name="GluePoint3Y" fmla="*/ 297500 h 595000"/>
              <a:gd name="GluePoint4X" fmla="*/ 670834 w 1341669"/>
              <a:gd name="GluePoint4Y" fmla="*/ 595000 h 595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341669" h="595000">
                <a:moveTo>
                  <a:pt x="1341669" y="546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546000"/>
                </a:lnTo>
                <a:cubicBezTo>
                  <a:pt x="0" y="573048"/>
                  <a:pt x="21952" y="595000"/>
                  <a:pt x="49000" y="595000"/>
                </a:cubicBezTo>
                <a:lnTo>
                  <a:pt x="1292669" y="595000"/>
                </a:lnTo>
                <a:cubicBezTo>
                  <a:pt x="1319717" y="595000"/>
                  <a:pt x="1341669" y="573048"/>
                  <a:pt x="1341669" y="546000"/>
                </a:cubicBezTo>
                <a:close/>
              </a:path>
              <a:path fill="none" w="1341669" h="595000">
                <a:moveTo>
                  <a:pt x="1341669" y="546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546000"/>
                </a:lnTo>
                <a:cubicBezTo>
                  <a:pt x="0" y="573048"/>
                  <a:pt x="21952" y="595000"/>
                  <a:pt x="49000" y="595000"/>
                </a:cubicBezTo>
                <a:lnTo>
                  <a:pt x="1292669" y="595000"/>
                </a:lnTo>
                <a:cubicBezTo>
                  <a:pt x="1319717" y="595000"/>
                  <a:pt x="1341669" y="573048"/>
                  <a:pt x="1341669" y="546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rocess"/>
          <p:cNvSpPr/>
          <p:nvPr/>
        </p:nvSpPr>
        <p:spPr>
          <a:xfrm>
            <a:off x="7879680" y="4073760"/>
            <a:ext cx="1341360" cy="433800"/>
          </a:xfrm>
          <a:custGeom>
            <a:avLst/>
            <a:gdLst>
              <a:gd name="textAreaLeft" fmla="*/ 0 w 1341360"/>
              <a:gd name="textAreaRight" fmla="*/ 1341720 w 1341360"/>
              <a:gd name="textAreaTop" fmla="*/ 0 h 433800"/>
              <a:gd name="textAreaBottom" fmla="*/ 434160 h 433800"/>
              <a:gd name="GluePoint1X" fmla="*/ 0 w 1341669"/>
              <a:gd name="GluePoint1Y" fmla="*/ 217000 h 434000"/>
              <a:gd name="GluePoint2X" fmla="*/ 670834 w 1341669"/>
              <a:gd name="GluePoint2Y" fmla="*/ 0 h 434000"/>
              <a:gd name="GluePoint3X" fmla="*/ 1341669 w 1341669"/>
              <a:gd name="GluePoint3Y" fmla="*/ 217000 h 434000"/>
              <a:gd name="GluePoint4X" fmla="*/ 670834 w 1341669"/>
              <a:gd name="GluePoint4Y" fmla="*/ 434000 h 434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341669" h="434000">
                <a:moveTo>
                  <a:pt x="1341669" y="385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85000"/>
                </a:lnTo>
                <a:cubicBezTo>
                  <a:pt x="0" y="412048"/>
                  <a:pt x="21952" y="434000"/>
                  <a:pt x="49000" y="434000"/>
                </a:cubicBezTo>
                <a:lnTo>
                  <a:pt x="1292669" y="434000"/>
                </a:lnTo>
                <a:cubicBezTo>
                  <a:pt x="1319717" y="434000"/>
                  <a:pt x="1341669" y="412048"/>
                  <a:pt x="1341669" y="385000"/>
                </a:cubicBezTo>
                <a:close/>
              </a:path>
              <a:path fill="none" w="1341669" h="434000">
                <a:moveTo>
                  <a:pt x="1341669" y="385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85000"/>
                </a:lnTo>
                <a:cubicBezTo>
                  <a:pt x="0" y="412048"/>
                  <a:pt x="21952" y="434000"/>
                  <a:pt x="49000" y="434000"/>
                </a:cubicBezTo>
                <a:lnTo>
                  <a:pt x="1292669" y="434000"/>
                </a:lnTo>
                <a:cubicBezTo>
                  <a:pt x="1319717" y="434000"/>
                  <a:pt x="1341669" y="412048"/>
                  <a:pt x="1341669" y="385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547120" y="3258360"/>
            <a:ext cx="6480" cy="594720"/>
          </a:xfrm>
          <a:custGeom>
            <a:avLst/>
            <a:gdLst>
              <a:gd name="textAreaLeft" fmla="*/ 0 w 6480"/>
              <a:gd name="textAreaRight" fmla="*/ 6840 w 6480"/>
              <a:gd name="textAreaTop" fmla="*/ 0 h 594720"/>
              <a:gd name="textAreaBottom" fmla="*/ 595080 h 594720"/>
            </a:gdLst>
            <a:ahLst/>
            <a:cxnLst/>
            <a:rect l="textAreaLeft" t="textAreaTop" r="textAreaRight" b="textAreaBottom"/>
            <a:pathLst>
              <a:path fill="none" w="7000" h="595000">
                <a:moveTo>
                  <a:pt x="0" y="0"/>
                </a:moveTo>
                <a:lnTo>
                  <a:pt x="0" y="595000"/>
                </a:lnTo>
              </a:path>
            </a:pathLst>
          </a:custGeom>
          <a:solidFill>
            <a:srgbClr val="ffffff"/>
          </a:solidFill>
          <a:ln w="70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"/>
          <p:cNvSpPr/>
          <p:nvPr/>
        </p:nvSpPr>
        <p:spPr>
          <a:xfrm>
            <a:off x="8133480" y="4143960"/>
            <a:ext cx="825480" cy="293760"/>
          </a:xfrm>
          <a:custGeom>
            <a:avLst/>
            <a:gdLst>
              <a:gd name="textAreaLeft" fmla="*/ 0 w 825480"/>
              <a:gd name="textAreaRight" fmla="*/ 825840 w 825480"/>
              <a:gd name="textAreaTop" fmla="*/ 0 h 293760"/>
              <a:gd name="textAreaBottom" fmla="*/ 294120 h 293760"/>
            </a:gdLst>
            <a:ahLst/>
            <a:cxnLst/>
            <a:rect l="textAreaLeft" t="textAreaTop" r="textAreaRight" b="textAreaBottom"/>
            <a:pathLst>
              <a:path stroke="0" w="826000" h="294000">
                <a:moveTo>
                  <a:pt x="0" y="0"/>
                </a:moveTo>
                <a:lnTo>
                  <a:pt x="826000" y="0"/>
                </a:lnTo>
                <a:lnTo>
                  <a:pt x="826000" y="294000"/>
                </a:lnTo>
                <a:lnTo>
                  <a:pt x="0" y="294000"/>
                </a:lnTo>
                <a:lnTo>
                  <a:pt x="0" y="0"/>
                </a:lnTo>
                <a:close/>
              </a:path>
              <a:path fill="none" w="826000" h="294000">
                <a:moveTo>
                  <a:pt x="0" y="0"/>
                </a:moveTo>
                <a:lnTo>
                  <a:pt x="826000" y="0"/>
                </a:lnTo>
                <a:lnTo>
                  <a:pt x="826000" y="294000"/>
                </a:lnTo>
                <a:lnTo>
                  <a:pt x="0" y="294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Internal OSB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"/>
          <p:cNvSpPr/>
          <p:nvPr/>
        </p:nvSpPr>
        <p:spPr>
          <a:xfrm>
            <a:off x="7992360" y="3258360"/>
            <a:ext cx="461520" cy="594720"/>
          </a:xfrm>
          <a:custGeom>
            <a:avLst/>
            <a:gdLst>
              <a:gd name="textAreaLeft" fmla="*/ 0 w 461520"/>
              <a:gd name="textAreaRight" fmla="*/ 461880 w 461520"/>
              <a:gd name="textAreaTop" fmla="*/ 0 h 594720"/>
              <a:gd name="textAreaBottom" fmla="*/ 595080 h 594720"/>
              <a:gd name="GluePoint1X" fmla="*/ 231000 w 462000"/>
              <a:gd name="GluePoint1Y" fmla="*/ 0 h 595000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  <a:path fill="none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External OSB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"/>
          <p:cNvSpPr/>
          <p:nvPr/>
        </p:nvSpPr>
        <p:spPr>
          <a:xfrm>
            <a:off x="8646840" y="3258360"/>
            <a:ext cx="461520" cy="594720"/>
          </a:xfrm>
          <a:custGeom>
            <a:avLst/>
            <a:gdLst>
              <a:gd name="textAreaLeft" fmla="*/ 0 w 461520"/>
              <a:gd name="textAreaRight" fmla="*/ 461880 w 461520"/>
              <a:gd name="textAreaTop" fmla="*/ 0 h 594720"/>
              <a:gd name="textAreaBottom" fmla="*/ 595080 h 594720"/>
              <a:gd name="GluePoint1X" fmla="*/ 462000 w 462000"/>
              <a:gd name="GluePoint1Y" fmla="*/ 297500 h 595000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  <a:path fill="none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OVM OSB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6" name="Accept Database"/>
          <p:cNvGrpSpPr/>
          <p:nvPr/>
        </p:nvGrpSpPr>
        <p:grpSpPr>
          <a:xfrm>
            <a:off x="8684280" y="5573520"/>
            <a:ext cx="244080" cy="286560"/>
            <a:chOff x="8684280" y="5573520"/>
            <a:chExt cx="244080" cy="286560"/>
          </a:xfrm>
        </p:grpSpPr>
        <p:sp>
          <p:nvSpPr>
            <p:cNvPr id="117" name=""/>
            <p:cNvSpPr/>
            <p:nvPr/>
          </p:nvSpPr>
          <p:spPr>
            <a:xfrm>
              <a:off x="8835840" y="5761440"/>
              <a:ext cx="92520" cy="9288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stroke="0" w="92945" h="93166">
                  <a:moveTo>
                    <a:pt x="38667" y="56868"/>
                  </a:moveTo>
                  <a:lnTo>
                    <a:pt x="69329" y="25411"/>
                  </a:lnTo>
                  <a:lnTo>
                    <a:pt x="74635" y="30854"/>
                  </a:lnTo>
                  <a:lnTo>
                    <a:pt x="38667" y="67755"/>
                  </a:lnTo>
                  <a:lnTo>
                    <a:pt x="18310" y="46870"/>
                  </a:lnTo>
                  <a:lnTo>
                    <a:pt x="23615" y="41427"/>
                  </a:lnTo>
                  <a:lnTo>
                    <a:pt x="38667" y="56868"/>
                  </a:lnTo>
                  <a:close/>
                  <a:moveTo>
                    <a:pt x="0" y="46583"/>
                  </a:moveTo>
                  <a:cubicBezTo>
                    <a:pt x="0" y="20856"/>
                    <a:pt x="20806" y="0"/>
                    <a:pt x="46472" y="0"/>
                  </a:cubicBezTo>
                  <a:cubicBezTo>
                    <a:pt x="72138" y="0"/>
                    <a:pt x="92945" y="20856"/>
                    <a:pt x="92945" y="46583"/>
                  </a:cubicBezTo>
                  <a:cubicBezTo>
                    <a:pt x="92945" y="72310"/>
                    <a:pt x="72138" y="93166"/>
                    <a:pt x="46472" y="93166"/>
                  </a:cubicBezTo>
                  <a:cubicBezTo>
                    <a:pt x="20806" y="93166"/>
                    <a:pt x="0" y="72310"/>
                    <a:pt x="0" y="46583"/>
                  </a:cubicBezTo>
                  <a:close/>
                  <a:moveTo>
                    <a:pt x="46472" y="87723"/>
                  </a:moveTo>
                  <a:cubicBezTo>
                    <a:pt x="69139" y="87723"/>
                    <a:pt x="87514" y="69304"/>
                    <a:pt x="87514" y="46583"/>
                  </a:cubicBezTo>
                  <a:cubicBezTo>
                    <a:pt x="87514" y="23862"/>
                    <a:pt x="69139" y="5443"/>
                    <a:pt x="46472" y="5443"/>
                  </a:cubicBezTo>
                  <a:cubicBezTo>
                    <a:pt x="23805" y="5443"/>
                    <a:pt x="5430" y="23862"/>
                    <a:pt x="5430" y="46583"/>
                  </a:cubicBezTo>
                  <a:cubicBezTo>
                    <a:pt x="5430" y="69304"/>
                    <a:pt x="23805" y="87723"/>
                    <a:pt x="46472" y="87723"/>
                  </a:cubicBezTo>
                  <a:close/>
                  <a:moveTo>
                    <a:pt x="70448" y="49300"/>
                  </a:moveTo>
                </a:path>
                <a:path fill="none" w="92945" h="93166">
                  <a:moveTo>
                    <a:pt x="38667" y="56868"/>
                  </a:moveTo>
                  <a:lnTo>
                    <a:pt x="69329" y="25411"/>
                  </a:lnTo>
                  <a:lnTo>
                    <a:pt x="74635" y="30854"/>
                  </a:lnTo>
                  <a:lnTo>
                    <a:pt x="38667" y="67755"/>
                  </a:lnTo>
                  <a:lnTo>
                    <a:pt x="18310" y="46870"/>
                  </a:lnTo>
                  <a:lnTo>
                    <a:pt x="23615" y="41427"/>
                  </a:lnTo>
                  <a:lnTo>
                    <a:pt x="38667" y="56868"/>
                  </a:lnTo>
                  <a:close/>
                  <a:moveTo>
                    <a:pt x="0" y="46583"/>
                  </a:moveTo>
                  <a:cubicBezTo>
                    <a:pt x="0" y="20856"/>
                    <a:pt x="20806" y="0"/>
                    <a:pt x="46472" y="0"/>
                  </a:cubicBezTo>
                  <a:cubicBezTo>
                    <a:pt x="72138" y="0"/>
                    <a:pt x="92945" y="20856"/>
                    <a:pt x="92945" y="46583"/>
                  </a:cubicBezTo>
                  <a:cubicBezTo>
                    <a:pt x="92945" y="72310"/>
                    <a:pt x="72138" y="93166"/>
                    <a:pt x="46472" y="93166"/>
                  </a:cubicBezTo>
                  <a:cubicBezTo>
                    <a:pt x="20806" y="93166"/>
                    <a:pt x="0" y="72310"/>
                    <a:pt x="0" y="46583"/>
                  </a:cubicBezTo>
                  <a:close/>
                  <a:moveTo>
                    <a:pt x="46472" y="87723"/>
                  </a:moveTo>
                  <a:cubicBezTo>
                    <a:pt x="69139" y="87723"/>
                    <a:pt x="87514" y="69304"/>
                    <a:pt x="87514" y="46583"/>
                  </a:cubicBezTo>
                  <a:cubicBezTo>
                    <a:pt x="87514" y="23862"/>
                    <a:pt x="69139" y="5443"/>
                    <a:pt x="46472" y="5443"/>
                  </a:cubicBezTo>
                  <a:cubicBezTo>
                    <a:pt x="23805" y="5443"/>
                    <a:pt x="5430" y="23862"/>
                    <a:pt x="5430" y="46583"/>
                  </a:cubicBezTo>
                  <a:cubicBezTo>
                    <a:pt x="5430" y="69304"/>
                    <a:pt x="23805" y="87723"/>
                    <a:pt x="46472" y="87723"/>
                  </a:cubicBezTo>
                  <a:close/>
                  <a:moveTo>
                    <a:pt x="70448" y="49300"/>
                  </a:moveTo>
                </a:path>
              </a:pathLst>
            </a:custGeom>
            <a:solidFill>
              <a:srgbClr val="717070"/>
            </a:solidFill>
            <a:ln w="3333">
              <a:solidFill>
                <a:srgbClr val="7170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8684280" y="5573520"/>
              <a:ext cx="212760" cy="286560"/>
            </a:xfrm>
            <a:custGeom>
              <a:avLst/>
              <a:gdLst>
                <a:gd name="textAreaLeft" fmla="*/ 0 w 212760"/>
                <a:gd name="textAreaRight" fmla="*/ 213120 w 212760"/>
                <a:gd name="textAreaTop" fmla="*/ 0 h 286560"/>
                <a:gd name="textAreaBottom" fmla="*/ 286920 h 286560"/>
              </a:gdLst>
              <a:ahLst/>
              <a:cxnLst/>
              <a:rect l="textAreaLeft" t="textAreaTop" r="textAreaRight" b="textAreaBottom"/>
              <a:pathLst>
                <a:path stroke="0" w="212993" h="287000">
                  <a:moveTo>
                    <a:pt x="3667" y="24442"/>
                  </a:moveTo>
                  <a:cubicBezTo>
                    <a:pt x="3667" y="10943"/>
                    <a:pt x="49705" y="0"/>
                    <a:pt x="106496" y="0"/>
                  </a:cubicBezTo>
                  <a:cubicBezTo>
                    <a:pt x="163288" y="0"/>
                    <a:pt x="209326" y="10943"/>
                    <a:pt x="209326" y="24442"/>
                  </a:cubicBezTo>
                  <a:cubicBezTo>
                    <a:pt x="209326" y="37941"/>
                    <a:pt x="163288" y="48884"/>
                    <a:pt x="106496" y="48884"/>
                  </a:cubicBezTo>
                  <a:cubicBezTo>
                    <a:pt x="49705" y="48884"/>
                    <a:pt x="3667" y="37941"/>
                    <a:pt x="3667" y="24442"/>
                  </a:cubicBezTo>
                  <a:close/>
                </a:path>
                <a:path stroke="0" w="212993" h="287000">
                  <a:moveTo>
                    <a:pt x="212993" y="36288"/>
                  </a:moveTo>
                  <a:lnTo>
                    <a:pt x="212993" y="100499"/>
                  </a:lnTo>
                  <a:cubicBezTo>
                    <a:pt x="212993" y="100703"/>
                    <a:pt x="212993" y="100908"/>
                    <a:pt x="212993" y="101114"/>
                  </a:cubicBezTo>
                  <a:cubicBezTo>
                    <a:pt x="212993" y="116325"/>
                    <a:pt x="165305" y="128656"/>
                    <a:pt x="106496" y="128656"/>
                  </a:cubicBezTo>
                  <a:cubicBezTo>
                    <a:pt x="47687" y="128656"/>
                    <a:pt x="0" y="116325"/>
                    <a:pt x="0" y="101114"/>
                  </a:cubicBezTo>
                  <a:cubicBezTo>
                    <a:pt x="0" y="100908"/>
                    <a:pt x="0" y="100703"/>
                    <a:pt x="0" y="100499"/>
                  </a:cubicBezTo>
                  <a:lnTo>
                    <a:pt x="0" y="36288"/>
                  </a:lnTo>
                  <a:cubicBezTo>
                    <a:pt x="7528" y="49756"/>
                    <a:pt x="52340" y="60104"/>
                    <a:pt x="106496" y="60104"/>
                  </a:cubicBezTo>
                  <a:cubicBezTo>
                    <a:pt x="160653" y="60104"/>
                    <a:pt x="205465" y="49756"/>
                    <a:pt x="212993" y="36288"/>
                  </a:cubicBezTo>
                  <a:close/>
                </a:path>
                <a:path stroke="0" w="212993" h="287000">
                  <a:moveTo>
                    <a:pt x="212993" y="115460"/>
                  </a:moveTo>
                  <a:lnTo>
                    <a:pt x="212993" y="179671"/>
                  </a:lnTo>
                  <a:cubicBezTo>
                    <a:pt x="212993" y="179876"/>
                    <a:pt x="212993" y="180080"/>
                    <a:pt x="212993" y="180286"/>
                  </a:cubicBezTo>
                  <a:cubicBezTo>
                    <a:pt x="212993" y="181629"/>
                    <a:pt x="212621" y="182948"/>
                    <a:pt x="211903" y="184239"/>
                  </a:cubicBezTo>
                  <a:cubicBezTo>
                    <a:pt x="207101" y="182785"/>
                    <a:pt x="202008" y="182003"/>
                    <a:pt x="196732" y="182003"/>
                  </a:cubicBezTo>
                  <a:cubicBezTo>
                    <a:pt x="178710" y="182003"/>
                    <a:pt x="162813" y="191128"/>
                    <a:pt x="153390" y="205020"/>
                  </a:cubicBezTo>
                  <a:cubicBezTo>
                    <a:pt x="139241" y="206818"/>
                    <a:pt x="123324" y="207828"/>
                    <a:pt x="106496" y="207828"/>
                  </a:cubicBezTo>
                  <a:cubicBezTo>
                    <a:pt x="47687" y="207828"/>
                    <a:pt x="0" y="195497"/>
                    <a:pt x="0" y="180286"/>
                  </a:cubicBezTo>
                  <a:cubicBezTo>
                    <a:pt x="0" y="180080"/>
                    <a:pt x="0" y="179876"/>
                    <a:pt x="0" y="179671"/>
                  </a:cubicBezTo>
                  <a:lnTo>
                    <a:pt x="0" y="115460"/>
                  </a:lnTo>
                  <a:cubicBezTo>
                    <a:pt x="7528" y="128928"/>
                    <a:pt x="52340" y="139276"/>
                    <a:pt x="106496" y="139276"/>
                  </a:cubicBezTo>
                  <a:cubicBezTo>
                    <a:pt x="160653" y="139276"/>
                    <a:pt x="205465" y="128928"/>
                    <a:pt x="212993" y="115460"/>
                  </a:cubicBezTo>
                  <a:close/>
                </a:path>
                <a:path stroke="0" w="212993" h="287000">
                  <a:moveTo>
                    <a:pt x="106496" y="287000"/>
                  </a:moveTo>
                  <a:cubicBezTo>
                    <a:pt x="47687" y="287000"/>
                    <a:pt x="0" y="274669"/>
                    <a:pt x="0" y="259458"/>
                  </a:cubicBezTo>
                  <a:cubicBezTo>
                    <a:pt x="0" y="259253"/>
                    <a:pt x="0" y="259048"/>
                    <a:pt x="0" y="258843"/>
                  </a:cubicBezTo>
                  <a:lnTo>
                    <a:pt x="0" y="194632"/>
                  </a:lnTo>
                  <a:cubicBezTo>
                    <a:pt x="7528" y="208101"/>
                    <a:pt x="52340" y="218448"/>
                    <a:pt x="106496" y="218448"/>
                  </a:cubicBezTo>
                  <a:cubicBezTo>
                    <a:pt x="121044" y="218448"/>
                    <a:pt x="134917" y="217701"/>
                    <a:pt x="147574" y="216348"/>
                  </a:cubicBezTo>
                  <a:cubicBezTo>
                    <a:pt x="145495" y="222005"/>
                    <a:pt x="144359" y="228120"/>
                    <a:pt x="144359" y="234501"/>
                  </a:cubicBezTo>
                  <a:cubicBezTo>
                    <a:pt x="144359" y="254741"/>
                    <a:pt x="155786" y="272307"/>
                    <a:pt x="172527" y="281068"/>
                  </a:cubicBezTo>
                  <a:cubicBezTo>
                    <a:pt x="154376" y="284782"/>
                    <a:pt x="131436" y="287000"/>
                    <a:pt x="106496" y="287000"/>
                  </a:cubicBezTo>
                  <a:close/>
                </a:path>
                <a:path fill="none" w="212993" h="287000">
                  <a:moveTo>
                    <a:pt x="3667" y="24442"/>
                  </a:moveTo>
                  <a:cubicBezTo>
                    <a:pt x="3667" y="10943"/>
                    <a:pt x="49705" y="0"/>
                    <a:pt x="106496" y="0"/>
                  </a:cubicBezTo>
                  <a:cubicBezTo>
                    <a:pt x="163288" y="0"/>
                    <a:pt x="209326" y="10943"/>
                    <a:pt x="209326" y="24442"/>
                  </a:cubicBezTo>
                  <a:cubicBezTo>
                    <a:pt x="209326" y="37941"/>
                    <a:pt x="163288" y="48884"/>
                    <a:pt x="106496" y="48884"/>
                  </a:cubicBezTo>
                  <a:cubicBezTo>
                    <a:pt x="49705" y="48884"/>
                    <a:pt x="3667" y="37941"/>
                    <a:pt x="3667" y="24442"/>
                  </a:cubicBezTo>
                  <a:close/>
                </a:path>
                <a:path fill="none" w="212993" h="287000">
                  <a:moveTo>
                    <a:pt x="212993" y="36288"/>
                  </a:moveTo>
                  <a:lnTo>
                    <a:pt x="212993" y="100499"/>
                  </a:lnTo>
                  <a:cubicBezTo>
                    <a:pt x="212993" y="100703"/>
                    <a:pt x="212993" y="100908"/>
                    <a:pt x="212993" y="101114"/>
                  </a:cubicBezTo>
                  <a:cubicBezTo>
                    <a:pt x="212993" y="116325"/>
                    <a:pt x="165305" y="128656"/>
                    <a:pt x="106496" y="128656"/>
                  </a:cubicBezTo>
                  <a:cubicBezTo>
                    <a:pt x="47687" y="128656"/>
                    <a:pt x="0" y="116325"/>
                    <a:pt x="0" y="101114"/>
                  </a:cubicBezTo>
                  <a:cubicBezTo>
                    <a:pt x="0" y="100908"/>
                    <a:pt x="0" y="100703"/>
                    <a:pt x="0" y="100499"/>
                  </a:cubicBezTo>
                  <a:lnTo>
                    <a:pt x="0" y="36288"/>
                  </a:lnTo>
                  <a:cubicBezTo>
                    <a:pt x="7528" y="49756"/>
                    <a:pt x="52340" y="60104"/>
                    <a:pt x="106496" y="60104"/>
                  </a:cubicBezTo>
                  <a:cubicBezTo>
                    <a:pt x="160653" y="60104"/>
                    <a:pt x="205465" y="49756"/>
                    <a:pt x="212993" y="36288"/>
                  </a:cubicBezTo>
                  <a:close/>
                </a:path>
                <a:path fill="none" w="212993" h="287000">
                  <a:moveTo>
                    <a:pt x="212993" y="115460"/>
                  </a:moveTo>
                  <a:lnTo>
                    <a:pt x="212993" y="179671"/>
                  </a:lnTo>
                  <a:cubicBezTo>
                    <a:pt x="212993" y="179876"/>
                    <a:pt x="212993" y="180080"/>
                    <a:pt x="212993" y="180286"/>
                  </a:cubicBezTo>
                  <a:cubicBezTo>
                    <a:pt x="212993" y="181629"/>
                    <a:pt x="212621" y="182948"/>
                    <a:pt x="211903" y="184239"/>
                  </a:cubicBezTo>
                  <a:cubicBezTo>
                    <a:pt x="207101" y="182785"/>
                    <a:pt x="202008" y="182003"/>
                    <a:pt x="196732" y="182003"/>
                  </a:cubicBezTo>
                  <a:cubicBezTo>
                    <a:pt x="178710" y="182003"/>
                    <a:pt x="162813" y="191128"/>
                    <a:pt x="153390" y="205020"/>
                  </a:cubicBezTo>
                  <a:cubicBezTo>
                    <a:pt x="139241" y="206818"/>
                    <a:pt x="123324" y="207828"/>
                    <a:pt x="106496" y="207828"/>
                  </a:cubicBezTo>
                  <a:cubicBezTo>
                    <a:pt x="47687" y="207828"/>
                    <a:pt x="0" y="195497"/>
                    <a:pt x="0" y="180286"/>
                  </a:cubicBezTo>
                  <a:cubicBezTo>
                    <a:pt x="0" y="180080"/>
                    <a:pt x="0" y="179876"/>
                    <a:pt x="0" y="179671"/>
                  </a:cubicBezTo>
                  <a:lnTo>
                    <a:pt x="0" y="115460"/>
                  </a:lnTo>
                  <a:cubicBezTo>
                    <a:pt x="7528" y="128928"/>
                    <a:pt x="52340" y="139276"/>
                    <a:pt x="106496" y="139276"/>
                  </a:cubicBezTo>
                  <a:cubicBezTo>
                    <a:pt x="160653" y="139276"/>
                    <a:pt x="205465" y="128928"/>
                    <a:pt x="212993" y="115460"/>
                  </a:cubicBezTo>
                  <a:close/>
                </a:path>
                <a:path fill="none" w="212993" h="287000">
                  <a:moveTo>
                    <a:pt x="106496" y="287000"/>
                  </a:moveTo>
                  <a:cubicBezTo>
                    <a:pt x="47687" y="287000"/>
                    <a:pt x="0" y="274669"/>
                    <a:pt x="0" y="259458"/>
                  </a:cubicBezTo>
                  <a:cubicBezTo>
                    <a:pt x="0" y="259253"/>
                    <a:pt x="0" y="259048"/>
                    <a:pt x="0" y="258843"/>
                  </a:cubicBezTo>
                  <a:lnTo>
                    <a:pt x="0" y="194632"/>
                  </a:lnTo>
                  <a:cubicBezTo>
                    <a:pt x="7528" y="208101"/>
                    <a:pt x="52340" y="218448"/>
                    <a:pt x="106496" y="218448"/>
                  </a:cubicBezTo>
                  <a:cubicBezTo>
                    <a:pt x="121044" y="218448"/>
                    <a:pt x="134917" y="217701"/>
                    <a:pt x="147574" y="216348"/>
                  </a:cubicBezTo>
                  <a:cubicBezTo>
                    <a:pt x="145495" y="222005"/>
                    <a:pt x="144359" y="228120"/>
                    <a:pt x="144359" y="234501"/>
                  </a:cubicBezTo>
                  <a:cubicBezTo>
                    <a:pt x="144359" y="254741"/>
                    <a:pt x="155786" y="272307"/>
                    <a:pt x="172527" y="281068"/>
                  </a:cubicBezTo>
                  <a:cubicBezTo>
                    <a:pt x="154376" y="284782"/>
                    <a:pt x="131436" y="287000"/>
                    <a:pt x="106496" y="287000"/>
                  </a:cubicBezTo>
                  <a:close/>
                </a:path>
              </a:pathLst>
            </a:custGeom>
            <a:solidFill>
              <a:srgbClr val="00a2ff"/>
            </a:solidFill>
            <a:ln w="7000">
              <a:solidFill>
                <a:srgbClr val="00a2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" name="ConnectLine"/>
          <p:cNvSpPr/>
          <p:nvPr/>
        </p:nvSpPr>
        <p:spPr>
          <a:xfrm>
            <a:off x="9217440" y="2932920"/>
            <a:ext cx="777240" cy="622800"/>
          </a:xfrm>
          <a:custGeom>
            <a:avLst/>
            <a:gdLst>
              <a:gd name="textAreaLeft" fmla="*/ 0 w 777240"/>
              <a:gd name="textAreaRight" fmla="*/ 777600 w 777240"/>
              <a:gd name="textAreaTop" fmla="*/ 0 h 622800"/>
              <a:gd name="textAreaBottom" fmla="*/ 623160 h 622800"/>
            </a:gdLst>
            <a:ahLst/>
            <a:cxnLst/>
            <a:rect l="textAreaLeft" t="textAreaTop" r="textAreaRight" b="textAreaBottom"/>
            <a:pathLst>
              <a:path fill="none" w="777688" h="623000">
                <a:moveTo>
                  <a:pt x="777688" y="0"/>
                </a:moveTo>
                <a:lnTo>
                  <a:pt x="777688" y="623000"/>
                </a:lnTo>
                <a:lnTo>
                  <a:pt x="0" y="62300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onnectLine"/>
          <p:cNvSpPr/>
          <p:nvPr/>
        </p:nvSpPr>
        <p:spPr>
          <a:xfrm>
            <a:off x="7121160" y="3251520"/>
            <a:ext cx="754200" cy="303840"/>
          </a:xfrm>
          <a:custGeom>
            <a:avLst/>
            <a:gdLst>
              <a:gd name="textAreaLeft" fmla="*/ 0 w 754200"/>
              <a:gd name="textAreaRight" fmla="*/ 754560 w 75420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fill="none" w="754437" h="304239">
                <a:moveTo>
                  <a:pt x="0" y="0"/>
                </a:moveTo>
                <a:lnTo>
                  <a:pt x="0" y="304239"/>
                </a:lnTo>
                <a:lnTo>
                  <a:pt x="754437" y="304239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onnectLine"/>
          <p:cNvSpPr/>
          <p:nvPr/>
        </p:nvSpPr>
        <p:spPr>
          <a:xfrm>
            <a:off x="7121160" y="3251520"/>
            <a:ext cx="758160" cy="1038960"/>
          </a:xfrm>
          <a:custGeom>
            <a:avLst/>
            <a:gdLst>
              <a:gd name="textAreaLeft" fmla="*/ -307800 w 758160"/>
              <a:gd name="textAreaRight" fmla="*/ 307800 w 758160"/>
              <a:gd name="textAreaTop" fmla="*/ 586080 h 1038960"/>
              <a:gd name="textAreaBottom" fmla="*/ 866160 h 1038960"/>
            </a:gdLst>
            <a:ahLst/>
            <a:cxnLst/>
            <a:rect l="textAreaLeft" t="textAreaTop" r="textAreaRight" b="textAreaBottom"/>
            <a:pathLst>
              <a:path fill="none" w="758587" h="1039239">
                <a:moveTo>
                  <a:pt x="0" y="0"/>
                </a:moveTo>
                <a:lnTo>
                  <a:pt x="0" y="1039239"/>
                </a:lnTo>
                <a:lnTo>
                  <a:pt x="758587" y="1039239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68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esb.xx.com.tr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68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10.70.250.25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onnectLine"/>
          <p:cNvSpPr/>
          <p:nvPr/>
        </p:nvSpPr>
        <p:spPr>
          <a:xfrm>
            <a:off x="9221400" y="2932920"/>
            <a:ext cx="773280" cy="1357560"/>
          </a:xfrm>
          <a:custGeom>
            <a:avLst/>
            <a:gdLst>
              <a:gd name="textAreaLeft" fmla="*/ 444240 w 773280"/>
              <a:gd name="textAreaRight" fmla="*/ 1102680 w 773280"/>
              <a:gd name="textAreaTop" fmla="*/ 177120 h 1357560"/>
              <a:gd name="textAreaBottom" fmla="*/ 471240 h 1357560"/>
            </a:gdLst>
            <a:ahLst/>
            <a:cxnLst/>
            <a:rect l="textAreaLeft" t="textAreaTop" r="textAreaRight" b="textAreaBottom"/>
            <a:pathLst>
              <a:path fill="none" w="773538" h="1358000">
                <a:moveTo>
                  <a:pt x="773538" y="0"/>
                </a:moveTo>
                <a:lnTo>
                  <a:pt x="773538" y="1358000"/>
                </a:lnTo>
                <a:lnTo>
                  <a:pt x="0" y="135800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esb.xx.com.tr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10.70.250.25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"/>
          <p:cNvSpPr/>
          <p:nvPr/>
        </p:nvSpPr>
        <p:spPr>
          <a:xfrm rot="16200000">
            <a:off x="5673600" y="2336040"/>
            <a:ext cx="1061280" cy="202320"/>
          </a:xfrm>
          <a:custGeom>
            <a:avLst/>
            <a:gdLst>
              <a:gd name="textAreaLeft" fmla="*/ 0 w 1061280"/>
              <a:gd name="textAreaRight" fmla="*/ 1061640 w 1061280"/>
              <a:gd name="textAreaTop" fmla="*/ 0 h 202320"/>
              <a:gd name="textAreaBottom" fmla="*/ 202680 h 202320"/>
              <a:gd name="GluePoint1X" fmla="*/ 1061669 w 1061669"/>
              <a:gd name="GluePoint1Y" fmla="*/ 101406 h 202812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1061669" h="202812">
                <a:moveTo>
                  <a:pt x="0" y="0"/>
                </a:moveTo>
                <a:lnTo>
                  <a:pt x="1061669" y="0"/>
                </a:lnTo>
                <a:lnTo>
                  <a:pt x="1061669" y="202812"/>
                </a:lnTo>
                <a:lnTo>
                  <a:pt x="0" y="202812"/>
                </a:lnTo>
                <a:lnTo>
                  <a:pt x="0" y="0"/>
                </a:lnTo>
                <a:close/>
              </a:path>
              <a:path fill="none" w="1061669" h="202812">
                <a:moveTo>
                  <a:pt x="0" y="0"/>
                </a:moveTo>
                <a:lnTo>
                  <a:pt x="1061669" y="0"/>
                </a:lnTo>
                <a:lnTo>
                  <a:pt x="1061669" y="202812"/>
                </a:lnTo>
                <a:lnTo>
                  <a:pt x="0" y="2028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services.xx.com.tr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onnectLine"/>
          <p:cNvSpPr/>
          <p:nvPr/>
        </p:nvSpPr>
        <p:spPr>
          <a:xfrm>
            <a:off x="8787240" y="5019120"/>
            <a:ext cx="6480" cy="447480"/>
          </a:xfrm>
          <a:custGeom>
            <a:avLst/>
            <a:gdLst>
              <a:gd name="textAreaLeft" fmla="*/ 0 w 6480"/>
              <a:gd name="textAreaRight" fmla="*/ 6840 w 6480"/>
              <a:gd name="textAreaTop" fmla="*/ 0 h 447480"/>
              <a:gd name="textAreaBottom" fmla="*/ 447840 h 447480"/>
            </a:gdLst>
            <a:ahLst/>
            <a:cxnLst/>
            <a:rect l="textAreaLeft" t="textAreaTop" r="textAreaRight" b="textAreaBottom"/>
            <a:pathLst>
              <a:path fill="none" w="7000" h="447825">
                <a:moveTo>
                  <a:pt x="0" y="0"/>
                </a:moveTo>
                <a:lnTo>
                  <a:pt x="0" y="447825"/>
                </a:lnTo>
              </a:path>
            </a:pathLst>
          </a:custGeom>
          <a:noFill/>
          <a:ln w="14000">
            <a:solidFill>
              <a:srgbClr val="191919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9029520" y="2638800"/>
            <a:ext cx="265680" cy="265680"/>
          </a:xfrm>
          <a:prstGeom prst="rect">
            <a:avLst/>
          </a:prstGeom>
          <a:noFill/>
          <a:ln w="7000">
            <a:noFill/>
          </a:ln>
        </p:spPr>
      </p:pic>
      <p:sp>
        <p:nvSpPr>
          <p:cNvPr id="126" name="Rectangle"/>
          <p:cNvSpPr/>
          <p:nvPr/>
        </p:nvSpPr>
        <p:spPr>
          <a:xfrm>
            <a:off x="8881920" y="2120760"/>
            <a:ext cx="839520" cy="209520"/>
          </a:xfrm>
          <a:custGeom>
            <a:avLst/>
            <a:gdLst>
              <a:gd name="textAreaLeft" fmla="*/ 0 w 839520"/>
              <a:gd name="textAreaRight" fmla="*/ 839880 w 83952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840000" h="210000">
                <a:moveTo>
                  <a:pt x="0" y="0"/>
                </a:moveTo>
                <a:lnTo>
                  <a:pt x="840000" y="0"/>
                </a:lnTo>
                <a:lnTo>
                  <a:pt x="840000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840000" h="210000">
                <a:moveTo>
                  <a:pt x="0" y="0"/>
                </a:moveTo>
                <a:lnTo>
                  <a:pt x="840000" y="0"/>
                </a:lnTo>
                <a:lnTo>
                  <a:pt x="840000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Openshift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"/>
          <p:cNvSpPr/>
          <p:nvPr/>
        </p:nvSpPr>
        <p:spPr>
          <a:xfrm>
            <a:off x="6883200" y="3101040"/>
            <a:ext cx="745200" cy="209520"/>
          </a:xfrm>
          <a:custGeom>
            <a:avLst/>
            <a:gdLst>
              <a:gd name="textAreaLeft" fmla="*/ 0 w 745200"/>
              <a:gd name="textAreaRight" fmla="*/ 745560 w 74520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10.70.247.xx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"/>
          <p:cNvSpPr/>
          <p:nvPr/>
        </p:nvSpPr>
        <p:spPr>
          <a:xfrm>
            <a:off x="6883200" y="2495520"/>
            <a:ext cx="745200" cy="209520"/>
          </a:xfrm>
          <a:custGeom>
            <a:avLst/>
            <a:gdLst>
              <a:gd name="textAreaLeft" fmla="*/ 0 w 745200"/>
              <a:gd name="textAreaRight" fmla="*/ 745560 w 74520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10.70.252.40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"/>
          <p:cNvSpPr/>
          <p:nvPr/>
        </p:nvSpPr>
        <p:spPr>
          <a:xfrm>
            <a:off x="10215000" y="2789280"/>
            <a:ext cx="745200" cy="209520"/>
          </a:xfrm>
          <a:custGeom>
            <a:avLst/>
            <a:gdLst>
              <a:gd name="textAreaLeft" fmla="*/ 0 w 745200"/>
              <a:gd name="textAreaRight" fmla="*/ 745560 w 745200"/>
              <a:gd name="textAreaTop" fmla="*/ 0 h 209520"/>
              <a:gd name="textAreaBottom" fmla="*/ 209880 h 209520"/>
              <a:gd name="GluePoint1X" fmla="*/ 745689 w 745689"/>
              <a:gd name="GluePoint1Y" fmla="*/ 105000 h 210000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10.70.244.xx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"/>
          <p:cNvSpPr/>
          <p:nvPr/>
        </p:nvSpPr>
        <p:spPr>
          <a:xfrm>
            <a:off x="8173800" y="3853440"/>
            <a:ext cx="745200" cy="216720"/>
          </a:xfrm>
          <a:custGeom>
            <a:avLst/>
            <a:gdLst>
              <a:gd name="textAreaLeft" fmla="*/ 0 w 745200"/>
              <a:gd name="textAreaRight" fmla="*/ 745560 w 745200"/>
              <a:gd name="textAreaTop" fmla="*/ 0 h 216720"/>
              <a:gd name="textAreaBottom" fmla="*/ 217080 h 216720"/>
            </a:gdLst>
            <a:ahLst/>
            <a:cxnLst/>
            <a:rect l="textAreaLeft" t="textAreaTop" r="textAreaRight" b="textAreaBottom"/>
            <a:pathLst>
              <a:path stroke="0" w="745689" h="217000">
                <a:moveTo>
                  <a:pt x="0" y="0"/>
                </a:moveTo>
                <a:lnTo>
                  <a:pt x="745689" y="0"/>
                </a:lnTo>
                <a:lnTo>
                  <a:pt x="745689" y="217000"/>
                </a:lnTo>
                <a:lnTo>
                  <a:pt x="0" y="217000"/>
                </a:lnTo>
                <a:lnTo>
                  <a:pt x="0" y="0"/>
                </a:lnTo>
                <a:close/>
              </a:path>
              <a:path fill="none" w="745689" h="217000">
                <a:moveTo>
                  <a:pt x="0" y="0"/>
                </a:moveTo>
                <a:lnTo>
                  <a:pt x="745689" y="0"/>
                </a:lnTo>
                <a:lnTo>
                  <a:pt x="745689" y="217000"/>
                </a:lnTo>
                <a:lnTo>
                  <a:pt x="0" y="217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10.70.247.xx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ConnectLine"/>
          <p:cNvSpPr/>
          <p:nvPr/>
        </p:nvSpPr>
        <p:spPr>
          <a:xfrm>
            <a:off x="5027400" y="1337040"/>
            <a:ext cx="2093400" cy="835920"/>
          </a:xfrm>
          <a:custGeom>
            <a:avLst/>
            <a:gdLst>
              <a:gd name="textAreaLeft" fmla="*/ 312840 w 2093400"/>
              <a:gd name="textAreaRight" fmla="*/ 543960 w 2093400"/>
              <a:gd name="textAreaTop" fmla="*/ 213480 h 835920"/>
              <a:gd name="textAreaBottom" fmla="*/ 402480 h 835920"/>
            </a:gdLst>
            <a:ahLst/>
            <a:cxnLst/>
            <a:rect l="textAreaLeft" t="textAreaTop" r="textAreaRight" b="textAreaBottom"/>
            <a:pathLst>
              <a:path fill="none" w="2093780" h="836155">
                <a:moveTo>
                  <a:pt x="0" y="0"/>
                </a:moveTo>
                <a:lnTo>
                  <a:pt x="0" y="308000"/>
                </a:lnTo>
                <a:lnTo>
                  <a:pt x="2093780" y="308000"/>
                </a:lnTo>
                <a:lnTo>
                  <a:pt x="2093780" y="836155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%5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ConnectLine"/>
          <p:cNvSpPr/>
          <p:nvPr/>
        </p:nvSpPr>
        <p:spPr>
          <a:xfrm>
            <a:off x="5027400" y="1337040"/>
            <a:ext cx="4967280" cy="961920"/>
          </a:xfrm>
          <a:custGeom>
            <a:avLst/>
            <a:gdLst>
              <a:gd name="textAreaLeft" fmla="*/ 312840 w 4967280"/>
              <a:gd name="textAreaRight" fmla="*/ 543960 w 4967280"/>
              <a:gd name="textAreaTop" fmla="*/ 213480 h 961920"/>
              <a:gd name="textAreaBottom" fmla="*/ 402480 h 961920"/>
            </a:gdLst>
            <a:ahLst/>
            <a:cxnLst/>
            <a:rect l="textAreaLeft" t="textAreaTop" r="textAreaRight" b="textAreaBottom"/>
            <a:pathLst>
              <a:path fill="none" w="4967574" h="962325">
                <a:moveTo>
                  <a:pt x="0" y="0"/>
                </a:moveTo>
                <a:lnTo>
                  <a:pt x="0" y="308000"/>
                </a:lnTo>
                <a:lnTo>
                  <a:pt x="4967574" y="308000"/>
                </a:lnTo>
                <a:lnTo>
                  <a:pt x="4967574" y="962325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%5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"/>
          <p:cNvSpPr/>
          <p:nvPr/>
        </p:nvSpPr>
        <p:spPr>
          <a:xfrm>
            <a:off x="8400960" y="5860800"/>
            <a:ext cx="772200" cy="349560"/>
          </a:xfrm>
          <a:custGeom>
            <a:avLst/>
            <a:gdLst>
              <a:gd name="textAreaLeft" fmla="*/ 0 w 772200"/>
              <a:gd name="textAreaRight" fmla="*/ 772560 w 772200"/>
              <a:gd name="textAreaTop" fmla="*/ 0 h 349560"/>
              <a:gd name="textAreaBottom" fmla="*/ 349920 h 349560"/>
            </a:gdLst>
            <a:ahLst/>
            <a:cxnLst/>
            <a:rect l="textAreaLeft" t="textAreaTop" r="textAreaRight" b="textAreaBottom"/>
            <a:pathLst>
              <a:path stroke="0" w="772660" h="350000">
                <a:moveTo>
                  <a:pt x="0" y="0"/>
                </a:moveTo>
                <a:lnTo>
                  <a:pt x="772660" y="0"/>
                </a:lnTo>
                <a:lnTo>
                  <a:pt x="77266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  <a:path fill="none" w="772660" h="350000">
                <a:moveTo>
                  <a:pt x="0" y="0"/>
                </a:moveTo>
                <a:lnTo>
                  <a:pt x="772660" y="0"/>
                </a:lnTo>
                <a:lnTo>
                  <a:pt x="77266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DR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EXADATA X10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onnectLine"/>
          <p:cNvSpPr/>
          <p:nvPr/>
        </p:nvSpPr>
        <p:spPr>
          <a:xfrm>
            <a:off x="1745280" y="5025960"/>
            <a:ext cx="5726160" cy="650520"/>
          </a:xfrm>
          <a:custGeom>
            <a:avLst/>
            <a:gdLst>
              <a:gd name="textAreaLeft" fmla="*/ 0 w 5726160"/>
              <a:gd name="textAreaRight" fmla="*/ 5726520 w 5726160"/>
              <a:gd name="textAreaTop" fmla="*/ 0 h 650520"/>
              <a:gd name="textAreaBottom" fmla="*/ 650880 h 650520"/>
            </a:gdLst>
            <a:ahLst/>
            <a:cxnLst/>
            <a:rect l="textAreaLeft" t="textAreaTop" r="textAreaRight" b="textAreaBottom"/>
            <a:pathLst>
              <a:path fill="none" w="5726638" h="651000">
                <a:moveTo>
                  <a:pt x="5726638" y="0"/>
                </a:moveTo>
                <a:lnTo>
                  <a:pt x="5726638" y="651000"/>
                </a:lnTo>
                <a:lnTo>
                  <a:pt x="0" y="651000"/>
                </a:lnTo>
              </a:path>
            </a:pathLst>
          </a:custGeom>
          <a:noFill/>
          <a:ln w="14000">
            <a:solidFill>
              <a:srgbClr val="191919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ConnectLine"/>
          <p:cNvSpPr/>
          <p:nvPr/>
        </p:nvSpPr>
        <p:spPr>
          <a:xfrm>
            <a:off x="-1135080" y="1127160"/>
            <a:ext cx="5705640" cy="778680"/>
          </a:xfrm>
          <a:custGeom>
            <a:avLst/>
            <a:gdLst>
              <a:gd name="textAreaLeft" fmla="*/ 0 w 5705640"/>
              <a:gd name="textAreaRight" fmla="*/ 5706000 w 5705640"/>
              <a:gd name="textAreaTop" fmla="*/ 0 h 778680"/>
              <a:gd name="textAreaBottom" fmla="*/ 779040 h 778680"/>
            </a:gdLst>
            <a:ahLst/>
            <a:cxnLst/>
            <a:rect l="textAreaLeft" t="textAreaTop" r="textAreaRight" b="textAreaBottom"/>
            <a:pathLst>
              <a:path fill="none" w="5705969" h="779158">
                <a:moveTo>
                  <a:pt x="5705969" y="0"/>
                </a:moveTo>
                <a:lnTo>
                  <a:pt x="0" y="0"/>
                </a:lnTo>
                <a:lnTo>
                  <a:pt x="0" y="779158"/>
                </a:lnTo>
              </a:path>
            </a:pathLst>
          </a:custGeom>
          <a:noFill/>
          <a:ln w="7000">
            <a:solidFill>
              <a:srgbClr val="19191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onnectLine"/>
          <p:cNvSpPr/>
          <p:nvPr/>
        </p:nvSpPr>
        <p:spPr>
          <a:xfrm>
            <a:off x="-1104120" y="2967840"/>
            <a:ext cx="1639800" cy="587520"/>
          </a:xfrm>
          <a:custGeom>
            <a:avLst/>
            <a:gdLst>
              <a:gd name="textAreaLeft" fmla="*/ 0 w 1639800"/>
              <a:gd name="textAreaRight" fmla="*/ 1640160 w 1639800"/>
              <a:gd name="textAreaTop" fmla="*/ 0 h 587520"/>
              <a:gd name="textAreaBottom" fmla="*/ 587880 h 587520"/>
            </a:gdLst>
            <a:ahLst/>
            <a:cxnLst/>
            <a:rect l="textAreaLeft" t="textAreaTop" r="textAreaRight" b="textAreaBottom"/>
            <a:pathLst>
              <a:path fill="none" w="1640110" h="587998">
                <a:moveTo>
                  <a:pt x="0" y="0"/>
                </a:moveTo>
                <a:lnTo>
                  <a:pt x="0" y="587998"/>
                </a:lnTo>
                <a:lnTo>
                  <a:pt x="1640110" y="587998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onnectLine"/>
          <p:cNvSpPr/>
          <p:nvPr/>
        </p:nvSpPr>
        <p:spPr>
          <a:xfrm>
            <a:off x="5490360" y="1127160"/>
            <a:ext cx="713520" cy="778680"/>
          </a:xfrm>
          <a:custGeom>
            <a:avLst/>
            <a:gdLst>
              <a:gd name="textAreaLeft" fmla="*/ 0 w 713520"/>
              <a:gd name="textAreaRight" fmla="*/ 713880 w 713520"/>
              <a:gd name="textAreaTop" fmla="*/ 0 h 778680"/>
              <a:gd name="textAreaBottom" fmla="*/ 779040 h 778680"/>
            </a:gdLst>
            <a:ahLst/>
            <a:cxnLst/>
            <a:rect l="textAreaLeft" t="textAreaTop" r="textAreaRight" b="textAreaBottom"/>
            <a:pathLst>
              <a:path fill="none" w="714001" h="779158">
                <a:moveTo>
                  <a:pt x="0" y="0"/>
                </a:moveTo>
                <a:lnTo>
                  <a:pt x="714001" y="0"/>
                </a:lnTo>
                <a:lnTo>
                  <a:pt x="714001" y="779158"/>
                </a:lnTo>
              </a:path>
            </a:pathLst>
          </a:custGeom>
          <a:noFill/>
          <a:ln w="7000">
            <a:solidFill>
              <a:srgbClr val="19191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onnectLine"/>
          <p:cNvSpPr/>
          <p:nvPr/>
        </p:nvSpPr>
        <p:spPr>
          <a:xfrm>
            <a:off x="6216120" y="2967840"/>
            <a:ext cx="1659240" cy="587520"/>
          </a:xfrm>
          <a:custGeom>
            <a:avLst/>
            <a:gdLst>
              <a:gd name="textAreaLeft" fmla="*/ 0 w 1659240"/>
              <a:gd name="textAreaRight" fmla="*/ 1659600 w 1659240"/>
              <a:gd name="textAreaTop" fmla="*/ 0 h 587520"/>
              <a:gd name="textAreaBottom" fmla="*/ 587880 h 587520"/>
            </a:gdLst>
            <a:ahLst/>
            <a:cxnLst/>
            <a:rect l="textAreaLeft" t="textAreaTop" r="textAreaRight" b="textAreaBottom"/>
            <a:pathLst>
              <a:path fill="none" w="1659705" h="587998">
                <a:moveTo>
                  <a:pt x="0" y="0"/>
                </a:moveTo>
                <a:lnTo>
                  <a:pt x="0" y="587998"/>
                </a:lnTo>
                <a:lnTo>
                  <a:pt x="1659705" y="587998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onnectLine"/>
          <p:cNvSpPr/>
          <p:nvPr/>
        </p:nvSpPr>
        <p:spPr>
          <a:xfrm>
            <a:off x="5027400" y="1337040"/>
            <a:ext cx="6480" cy="1182600"/>
          </a:xfrm>
          <a:custGeom>
            <a:avLst/>
            <a:gdLst>
              <a:gd name="textAreaLeft" fmla="*/ -766080 w 6480"/>
              <a:gd name="textAreaRight" fmla="*/ 766080 w 6480"/>
              <a:gd name="textAreaTop" fmla="*/ 626760 h 1182600"/>
              <a:gd name="textAreaBottom" fmla="*/ 948960 h 1182600"/>
            </a:gdLst>
            <a:ahLst/>
            <a:cxnLst/>
            <a:rect l="textAreaLeft" t="textAreaTop" r="textAreaRight" b="textAreaBottom"/>
            <a:pathLst>
              <a:path fill="none" w="7000" h="1182825">
                <a:moveTo>
                  <a:pt x="0" y="0"/>
                </a:moveTo>
                <a:lnTo>
                  <a:pt x="0" y="1182825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digitall.xx.com.tr/digitall-ui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pci.xx.allianz.com.tr/common-ui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ConnectLine"/>
          <p:cNvSpPr/>
          <p:nvPr/>
        </p:nvSpPr>
        <p:spPr>
          <a:xfrm>
            <a:off x="5484240" y="2729880"/>
            <a:ext cx="3538800" cy="279720"/>
          </a:xfrm>
          <a:custGeom>
            <a:avLst/>
            <a:gdLst>
              <a:gd name="textAreaLeft" fmla="*/ 82080 w 3538800"/>
              <a:gd name="textAreaRight" fmla="*/ 312840 w 3538800"/>
              <a:gd name="textAreaTop" fmla="*/ -94320 h 279720"/>
              <a:gd name="textAreaBottom" fmla="*/ 94320 h 279720"/>
            </a:gdLst>
            <a:ahLst/>
            <a:cxnLst/>
            <a:rect l="textAreaLeft" t="textAreaTop" r="textAreaRight" b="textAreaBottom"/>
            <a:pathLst>
              <a:path fill="none" w="3538987" h="280175">
                <a:moveTo>
                  <a:pt x="0" y="0"/>
                </a:moveTo>
                <a:lnTo>
                  <a:pt x="413000" y="0"/>
                </a:lnTo>
                <a:lnTo>
                  <a:pt x="413000" y="280175"/>
                </a:lnTo>
                <a:lnTo>
                  <a:pt x="1001000" y="280175"/>
                </a:lnTo>
                <a:lnTo>
                  <a:pt x="1001000" y="42000"/>
                </a:lnTo>
                <a:lnTo>
                  <a:pt x="3538987" y="4200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%5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rocess 1"/>
          <p:cNvSpPr/>
          <p:nvPr/>
        </p:nvSpPr>
        <p:spPr>
          <a:xfrm>
            <a:off x="2769120" y="1567800"/>
            <a:ext cx="4696560" cy="3317760"/>
          </a:xfrm>
          <a:custGeom>
            <a:avLst/>
            <a:gdLst>
              <a:gd name="textAreaLeft" fmla="*/ 0 w 4696560"/>
              <a:gd name="textAreaRight" fmla="*/ 4696920 w 4696560"/>
              <a:gd name="textAreaTop" fmla="*/ 0 h 3317760"/>
              <a:gd name="textAreaBottom" fmla="*/ 3318120 h 3317760"/>
              <a:gd name="GluePoint1X" fmla="*/ 0 w 4697000"/>
              <a:gd name="GluePoint1Y" fmla="*/ 1659088 h 3318175"/>
              <a:gd name="GluePoint2X" fmla="*/ 2348500 w 4697000"/>
              <a:gd name="GluePoint2Y" fmla="*/ 0 h 3318175"/>
              <a:gd name="GluePoint3X" fmla="*/ 4697000 w 4697000"/>
              <a:gd name="GluePoint3Y" fmla="*/ 1659088 h 3318175"/>
              <a:gd name="GluePoint4X" fmla="*/ 2348500 w 4697000"/>
              <a:gd name="GluePoint4Y" fmla="*/ 3318175 h 331817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4697000" h="3318175">
                <a:moveTo>
                  <a:pt x="4697000" y="3318175"/>
                </a:moveTo>
                <a:lnTo>
                  <a:pt x="4697000" y="0"/>
                </a:lnTo>
                <a:lnTo>
                  <a:pt x="0" y="0"/>
                </a:lnTo>
                <a:lnTo>
                  <a:pt x="0" y="3318175"/>
                </a:lnTo>
                <a:lnTo>
                  <a:pt x="4697000" y="3318175"/>
                </a:lnTo>
                <a:close/>
              </a:path>
              <a:path fill="none" w="4697000" h="3318175">
                <a:moveTo>
                  <a:pt x="4697000" y="3318175"/>
                </a:moveTo>
                <a:lnTo>
                  <a:pt x="4697000" y="0"/>
                </a:lnTo>
                <a:lnTo>
                  <a:pt x="0" y="0"/>
                </a:lnTo>
                <a:lnTo>
                  <a:pt x="0" y="3318175"/>
                </a:lnTo>
                <a:lnTo>
                  <a:pt x="4697000" y="3318175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000000"/>
            </a:solidFill>
            <a:custDash>
              <a:ds d="1100000" sp="500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rocess 10"/>
          <p:cNvSpPr/>
          <p:nvPr/>
        </p:nvSpPr>
        <p:spPr>
          <a:xfrm>
            <a:off x="4424040" y="972720"/>
            <a:ext cx="913320" cy="419760"/>
          </a:xfrm>
          <a:custGeom>
            <a:avLst/>
            <a:gdLst>
              <a:gd name="textAreaLeft" fmla="*/ 0 w 913320"/>
              <a:gd name="textAreaRight" fmla="*/ 913680 w 913320"/>
              <a:gd name="textAreaTop" fmla="*/ 0 h 419760"/>
              <a:gd name="textAreaBottom" fmla="*/ 420120 h 419760"/>
              <a:gd name="GluePoint1X" fmla="*/ 0 w 913500"/>
              <a:gd name="GluePoint1Y" fmla="*/ 210000 h 420000"/>
              <a:gd name="GluePoint2X" fmla="*/ 456750 w 913500"/>
              <a:gd name="GluePoint2Y" fmla="*/ 0 h 420000"/>
              <a:gd name="GluePoint3X" fmla="*/ 913500 w 913500"/>
              <a:gd name="GluePoint3Y" fmla="*/ 210000 h 420000"/>
              <a:gd name="GluePoint4X" fmla="*/ 456750 w 913500"/>
              <a:gd name="GluePoint4Y" fmla="*/ 420000 h 42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913500" h="420000">
                <a:moveTo>
                  <a:pt x="913500" y="371000"/>
                </a:moveTo>
                <a:lnTo>
                  <a:pt x="913500" y="49000"/>
                </a:lnTo>
                <a:cubicBezTo>
                  <a:pt x="913500" y="21952"/>
                  <a:pt x="891548" y="0"/>
                  <a:pt x="8645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71000"/>
                </a:lnTo>
                <a:cubicBezTo>
                  <a:pt x="0" y="398048"/>
                  <a:pt x="21952" y="420000"/>
                  <a:pt x="49000" y="420000"/>
                </a:cubicBezTo>
                <a:lnTo>
                  <a:pt x="864500" y="420000"/>
                </a:lnTo>
                <a:cubicBezTo>
                  <a:pt x="891548" y="420000"/>
                  <a:pt x="913500" y="398048"/>
                  <a:pt x="913500" y="371000"/>
                </a:cubicBezTo>
                <a:close/>
              </a:path>
              <a:path fill="none" w="913500" h="420000">
                <a:moveTo>
                  <a:pt x="913500" y="371000"/>
                </a:moveTo>
                <a:lnTo>
                  <a:pt x="913500" y="49000"/>
                </a:lnTo>
                <a:cubicBezTo>
                  <a:pt x="913500" y="21952"/>
                  <a:pt x="891548" y="0"/>
                  <a:pt x="8645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71000"/>
                </a:lnTo>
                <a:cubicBezTo>
                  <a:pt x="0" y="398048"/>
                  <a:pt x="21952" y="420000"/>
                  <a:pt x="49000" y="420000"/>
                </a:cubicBezTo>
                <a:lnTo>
                  <a:pt x="864500" y="420000"/>
                </a:lnTo>
                <a:cubicBezTo>
                  <a:pt x="891548" y="420000"/>
                  <a:pt x="913500" y="398048"/>
                  <a:pt x="913500" y="371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Netscaler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rocess 11"/>
          <p:cNvSpPr/>
          <p:nvPr/>
        </p:nvSpPr>
        <p:spPr>
          <a:xfrm>
            <a:off x="2944080" y="2537640"/>
            <a:ext cx="1014480" cy="454680"/>
          </a:xfrm>
          <a:custGeom>
            <a:avLst/>
            <a:gdLst>
              <a:gd name="textAreaLeft" fmla="*/ 0 w 1014480"/>
              <a:gd name="textAreaRight" fmla="*/ 1014840 w 1014480"/>
              <a:gd name="textAreaTop" fmla="*/ 0 h 454680"/>
              <a:gd name="textAreaBottom" fmla="*/ 455040 h 454680"/>
              <a:gd name="GluePoint1X" fmla="*/ 0 w 1015000"/>
              <a:gd name="GluePoint1Y" fmla="*/ 227586 h 455172"/>
              <a:gd name="GluePoint2X" fmla="*/ 507500 w 1015000"/>
              <a:gd name="GluePoint2Y" fmla="*/ 0 h 455172"/>
              <a:gd name="GluePoint3X" fmla="*/ 1015000 w 1015000"/>
              <a:gd name="GluePoint3Y" fmla="*/ 227586 h 455172"/>
              <a:gd name="GluePoint4X" fmla="*/ 507500 w 1015000"/>
              <a:gd name="GluePoint4Y" fmla="*/ 455172 h 4551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  <a:path fill="none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Weblogic ADF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rocess 12"/>
          <p:cNvSpPr/>
          <p:nvPr/>
        </p:nvSpPr>
        <p:spPr>
          <a:xfrm>
            <a:off x="2944080" y="1914120"/>
            <a:ext cx="1014480" cy="454680"/>
          </a:xfrm>
          <a:custGeom>
            <a:avLst/>
            <a:gdLst>
              <a:gd name="textAreaLeft" fmla="*/ 0 w 1014480"/>
              <a:gd name="textAreaRight" fmla="*/ 1014840 w 1014480"/>
              <a:gd name="textAreaTop" fmla="*/ 0 h 454680"/>
              <a:gd name="textAreaBottom" fmla="*/ 455040 h 454680"/>
              <a:gd name="GluePoint1X" fmla="*/ 0 w 1015000"/>
              <a:gd name="GluePoint1Y" fmla="*/ 227586 h 455172"/>
              <a:gd name="GluePoint2X" fmla="*/ 507500 w 1015000"/>
              <a:gd name="GluePoint2Y" fmla="*/ 0 h 455172"/>
              <a:gd name="GluePoint3X" fmla="*/ 1015000 w 1015000"/>
              <a:gd name="GluePoint3Y" fmla="*/ 227586 h 455172"/>
              <a:gd name="GluePoint4X" fmla="*/ 507500 w 1015000"/>
              <a:gd name="GluePoint4Y" fmla="*/ 455172 h 4551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  <a:path fill="none" w="1015000" h="455172">
                <a:moveTo>
                  <a:pt x="1015000" y="455172"/>
                </a:moveTo>
                <a:lnTo>
                  <a:pt x="1015000" y="0"/>
                </a:lnTo>
                <a:lnTo>
                  <a:pt x="0" y="0"/>
                </a:lnTo>
                <a:lnTo>
                  <a:pt x="0" y="455172"/>
                </a:lnTo>
                <a:lnTo>
                  <a:pt x="1015000" y="455172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OHS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onnectLine 12"/>
          <p:cNvSpPr/>
          <p:nvPr/>
        </p:nvSpPr>
        <p:spPr>
          <a:xfrm>
            <a:off x="3451320" y="1392840"/>
            <a:ext cx="1429200" cy="520920"/>
          </a:xfrm>
          <a:custGeom>
            <a:avLst/>
            <a:gdLst>
              <a:gd name="textAreaLeft" fmla="*/ 0 w 1429200"/>
              <a:gd name="textAreaRight" fmla="*/ 1429560 w 1429200"/>
              <a:gd name="textAreaTop" fmla="*/ 0 h 520920"/>
              <a:gd name="textAreaBottom" fmla="*/ 521280 h 520920"/>
            </a:gdLst>
            <a:ahLst/>
            <a:cxnLst/>
            <a:rect l="textAreaLeft" t="textAreaTop" r="textAreaRight" b="textAreaBottom"/>
            <a:pathLst>
              <a:path fill="none" w="1429421" h="521328">
                <a:moveTo>
                  <a:pt x="1429421" y="0"/>
                </a:moveTo>
                <a:lnTo>
                  <a:pt x="1429421" y="308000"/>
                </a:lnTo>
                <a:lnTo>
                  <a:pt x="0" y="308000"/>
                </a:lnTo>
                <a:lnTo>
                  <a:pt x="0" y="521328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onnectLine 13"/>
          <p:cNvSpPr/>
          <p:nvPr/>
        </p:nvSpPr>
        <p:spPr>
          <a:xfrm>
            <a:off x="3451320" y="2369520"/>
            <a:ext cx="6480" cy="167760"/>
          </a:xfrm>
          <a:custGeom>
            <a:avLst/>
            <a:gdLst>
              <a:gd name="textAreaLeft" fmla="*/ 0 w 6480"/>
              <a:gd name="textAreaRight" fmla="*/ 6840 w 6480"/>
              <a:gd name="textAreaTop" fmla="*/ 0 h 167760"/>
              <a:gd name="textAreaBottom" fmla="*/ 168120 h 167760"/>
            </a:gdLst>
            <a:ahLst/>
            <a:cxnLst/>
            <a:rect l="textAreaLeft" t="textAreaTop" r="textAreaRight" b="textAreaBottom"/>
            <a:pathLst>
              <a:path fill="none" w="7000" h="168000">
                <a:moveTo>
                  <a:pt x="0" y="0"/>
                </a:moveTo>
                <a:lnTo>
                  <a:pt x="0" y="16800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rocess 13"/>
          <p:cNvSpPr/>
          <p:nvPr/>
        </p:nvSpPr>
        <p:spPr>
          <a:xfrm>
            <a:off x="5352480" y="1882800"/>
            <a:ext cx="1945080" cy="790560"/>
          </a:xfrm>
          <a:custGeom>
            <a:avLst/>
            <a:gdLst>
              <a:gd name="textAreaLeft" fmla="*/ 0 w 1945080"/>
              <a:gd name="textAreaRight" fmla="*/ 1945440 w 1945080"/>
              <a:gd name="textAreaTop" fmla="*/ 0 h 790560"/>
              <a:gd name="textAreaBottom" fmla="*/ 790920 h 790560"/>
              <a:gd name="GluePoint1X" fmla="*/ 0 w 1945419"/>
              <a:gd name="GluePoint1Y" fmla="*/ 395500 h 791000"/>
              <a:gd name="GluePoint2X" fmla="*/ 972709 w 1945419"/>
              <a:gd name="GluePoint2Y" fmla="*/ 0 h 791000"/>
              <a:gd name="GluePoint3X" fmla="*/ 1945419 w 1945419"/>
              <a:gd name="GluePoint3Y" fmla="*/ 395500 h 791000"/>
              <a:gd name="GluePoint4X" fmla="*/ 972709 w 1945419"/>
              <a:gd name="GluePoint4Y" fmla="*/ 791000 h 79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945419" h="791000">
                <a:moveTo>
                  <a:pt x="1945419" y="791000"/>
                </a:moveTo>
                <a:lnTo>
                  <a:pt x="1945419" y="0"/>
                </a:lnTo>
                <a:lnTo>
                  <a:pt x="0" y="0"/>
                </a:lnTo>
                <a:lnTo>
                  <a:pt x="0" y="791000"/>
                </a:lnTo>
                <a:lnTo>
                  <a:pt x="1945419" y="791000"/>
                </a:lnTo>
                <a:close/>
              </a:path>
              <a:path fill="none" w="1945419" h="791000">
                <a:moveTo>
                  <a:pt x="1945419" y="791000"/>
                </a:moveTo>
                <a:lnTo>
                  <a:pt x="1945419" y="0"/>
                </a:lnTo>
                <a:lnTo>
                  <a:pt x="0" y="0"/>
                </a:lnTo>
                <a:lnTo>
                  <a:pt x="0" y="791000"/>
                </a:lnTo>
                <a:lnTo>
                  <a:pt x="1945419" y="791000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onnectLine 14"/>
          <p:cNvSpPr/>
          <p:nvPr/>
        </p:nvSpPr>
        <p:spPr>
          <a:xfrm>
            <a:off x="4880880" y="1392840"/>
            <a:ext cx="1443960" cy="647280"/>
          </a:xfrm>
          <a:custGeom>
            <a:avLst/>
            <a:gdLst>
              <a:gd name="textAreaLeft" fmla="*/ 0 w 1443960"/>
              <a:gd name="textAreaRight" fmla="*/ 1444320 w 1443960"/>
              <a:gd name="textAreaTop" fmla="*/ 0 h 647280"/>
              <a:gd name="textAreaBottom" fmla="*/ 647640 h 647280"/>
            </a:gdLst>
            <a:ahLst/>
            <a:cxnLst/>
            <a:rect l="textAreaLeft" t="textAreaTop" r="textAreaRight" b="textAreaBottom"/>
            <a:pathLst>
              <a:path fill="none" w="1444373" h="647500">
                <a:moveTo>
                  <a:pt x="0" y="0"/>
                </a:moveTo>
                <a:lnTo>
                  <a:pt x="0" y="308000"/>
                </a:lnTo>
                <a:lnTo>
                  <a:pt x="1444373" y="308000"/>
                </a:lnTo>
                <a:lnTo>
                  <a:pt x="1444373" y="64750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rocess 14"/>
          <p:cNvSpPr/>
          <p:nvPr/>
        </p:nvSpPr>
        <p:spPr>
          <a:xfrm>
            <a:off x="5817960" y="2040480"/>
            <a:ext cx="1014480" cy="244800"/>
          </a:xfrm>
          <a:custGeom>
            <a:avLst/>
            <a:gdLst>
              <a:gd name="textAreaLeft" fmla="*/ 0 w 1014480"/>
              <a:gd name="textAreaRight" fmla="*/ 1014840 w 1014480"/>
              <a:gd name="textAreaTop" fmla="*/ 0 h 244800"/>
              <a:gd name="textAreaBottom" fmla="*/ 245160 h 244800"/>
              <a:gd name="GluePoint1X" fmla="*/ 0 w 1015000"/>
              <a:gd name="GluePoint1Y" fmla="*/ 122500 h 245000"/>
              <a:gd name="GluePoint2X" fmla="*/ 507500 w 1015000"/>
              <a:gd name="GluePoint2Y" fmla="*/ 0 h 245000"/>
              <a:gd name="GluePoint3X" fmla="*/ 1015000 w 1015000"/>
              <a:gd name="GluePoint3Y" fmla="*/ 122500 h 245000"/>
              <a:gd name="GluePoint4X" fmla="*/ 507500 w 1015000"/>
              <a:gd name="GluePoint4Y" fmla="*/ 245000 h 245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015000" h="245000">
                <a:moveTo>
                  <a:pt x="1015000" y="196000"/>
                </a:moveTo>
                <a:lnTo>
                  <a:pt x="1015000" y="49000"/>
                </a:lnTo>
                <a:cubicBezTo>
                  <a:pt x="1015000" y="21952"/>
                  <a:pt x="993048" y="0"/>
                  <a:pt x="9660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196000"/>
                </a:lnTo>
                <a:cubicBezTo>
                  <a:pt x="0" y="223048"/>
                  <a:pt x="21952" y="245000"/>
                  <a:pt x="49000" y="245000"/>
                </a:cubicBezTo>
                <a:lnTo>
                  <a:pt x="966000" y="245000"/>
                </a:lnTo>
                <a:cubicBezTo>
                  <a:pt x="993048" y="245000"/>
                  <a:pt x="1015000" y="223048"/>
                  <a:pt x="1015000" y="196000"/>
                </a:cubicBezTo>
                <a:close/>
              </a:path>
              <a:path fill="none" w="1015000" h="245000">
                <a:moveTo>
                  <a:pt x="1015000" y="196000"/>
                </a:moveTo>
                <a:lnTo>
                  <a:pt x="1015000" y="49000"/>
                </a:lnTo>
                <a:cubicBezTo>
                  <a:pt x="1015000" y="21952"/>
                  <a:pt x="993048" y="0"/>
                  <a:pt x="9660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196000"/>
                </a:lnTo>
                <a:cubicBezTo>
                  <a:pt x="0" y="223048"/>
                  <a:pt x="21952" y="245000"/>
                  <a:pt x="49000" y="245000"/>
                </a:cubicBezTo>
                <a:lnTo>
                  <a:pt x="966000" y="245000"/>
                </a:lnTo>
                <a:cubicBezTo>
                  <a:pt x="993048" y="245000"/>
                  <a:pt x="1015000" y="223048"/>
                  <a:pt x="1015000" y="196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Nginx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Data 2"/>
          <p:cNvSpPr/>
          <p:nvPr/>
        </p:nvSpPr>
        <p:spPr>
          <a:xfrm>
            <a:off x="5975280" y="2379960"/>
            <a:ext cx="699480" cy="181800"/>
          </a:xfrm>
          <a:custGeom>
            <a:avLst/>
            <a:gdLst>
              <a:gd name="textAreaLeft" fmla="*/ 45360 w 699480"/>
              <a:gd name="textAreaRight" fmla="*/ 654120 w 699480"/>
              <a:gd name="textAreaTop" fmla="*/ 0 h 181800"/>
              <a:gd name="textAreaBottom" fmla="*/ 182160 h 181800"/>
              <a:gd name="GluePoint1X" fmla="*/ 22750 w 700000"/>
              <a:gd name="GluePoint1Y" fmla="*/ 91000 h 182000"/>
              <a:gd name="GluePoint2X" fmla="*/ 350000 w 700000"/>
              <a:gd name="GluePoint2Y" fmla="*/ 0 h 182000"/>
              <a:gd name="GluePoint3X" fmla="*/ 677250 w 700000"/>
              <a:gd name="GluePoint3Y" fmla="*/ 91000 h 182000"/>
              <a:gd name="GluePoint4X" fmla="*/ 350000 w 700000"/>
              <a:gd name="GluePoint4Y" fmla="*/ 182000 h 182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700000" h="182000">
                <a:moveTo>
                  <a:pt x="654500" y="182000"/>
                </a:moveTo>
                <a:lnTo>
                  <a:pt x="700000" y="0"/>
                </a:lnTo>
                <a:lnTo>
                  <a:pt x="45500" y="0"/>
                </a:lnTo>
                <a:lnTo>
                  <a:pt x="0" y="182000"/>
                </a:lnTo>
                <a:lnTo>
                  <a:pt x="654500" y="182000"/>
                </a:lnTo>
                <a:close/>
              </a:path>
              <a:path fill="none" w="700000" h="182000">
                <a:moveTo>
                  <a:pt x="654500" y="182000"/>
                </a:moveTo>
                <a:lnTo>
                  <a:pt x="700000" y="0"/>
                </a:lnTo>
                <a:lnTo>
                  <a:pt x="45500" y="0"/>
                </a:lnTo>
                <a:lnTo>
                  <a:pt x="0" y="182000"/>
                </a:lnTo>
                <a:lnTo>
                  <a:pt x="654500" y="182000"/>
                </a:ln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Live pods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rocess 15"/>
          <p:cNvSpPr/>
          <p:nvPr/>
        </p:nvSpPr>
        <p:spPr>
          <a:xfrm>
            <a:off x="4205880" y="2999520"/>
            <a:ext cx="1341360" cy="594720"/>
          </a:xfrm>
          <a:custGeom>
            <a:avLst/>
            <a:gdLst>
              <a:gd name="textAreaLeft" fmla="*/ 0 w 1341360"/>
              <a:gd name="textAreaRight" fmla="*/ 1341720 w 1341360"/>
              <a:gd name="textAreaTop" fmla="*/ 0 h 594720"/>
              <a:gd name="textAreaBottom" fmla="*/ 595080 h 594720"/>
              <a:gd name="GluePoint1X" fmla="*/ 0 w 1341669"/>
              <a:gd name="GluePoint1Y" fmla="*/ 297500 h 595000"/>
              <a:gd name="GluePoint2X" fmla="*/ 670834 w 1341669"/>
              <a:gd name="GluePoint2Y" fmla="*/ 0 h 595000"/>
              <a:gd name="GluePoint3X" fmla="*/ 1341669 w 1341669"/>
              <a:gd name="GluePoint3Y" fmla="*/ 297500 h 595000"/>
              <a:gd name="GluePoint4X" fmla="*/ 670834 w 1341669"/>
              <a:gd name="GluePoint4Y" fmla="*/ 595000 h 595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341669" h="595000">
                <a:moveTo>
                  <a:pt x="1341669" y="546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546000"/>
                </a:lnTo>
                <a:cubicBezTo>
                  <a:pt x="0" y="573048"/>
                  <a:pt x="21952" y="595000"/>
                  <a:pt x="49000" y="595000"/>
                </a:cubicBezTo>
                <a:lnTo>
                  <a:pt x="1292669" y="595000"/>
                </a:lnTo>
                <a:cubicBezTo>
                  <a:pt x="1319717" y="595000"/>
                  <a:pt x="1341669" y="573048"/>
                  <a:pt x="1341669" y="546000"/>
                </a:cubicBezTo>
                <a:close/>
              </a:path>
              <a:path fill="none" w="1341669" h="595000">
                <a:moveTo>
                  <a:pt x="1341669" y="546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546000"/>
                </a:lnTo>
                <a:cubicBezTo>
                  <a:pt x="0" y="573048"/>
                  <a:pt x="21952" y="595000"/>
                  <a:pt x="49000" y="595000"/>
                </a:cubicBezTo>
                <a:lnTo>
                  <a:pt x="1292669" y="595000"/>
                </a:lnTo>
                <a:cubicBezTo>
                  <a:pt x="1319717" y="595000"/>
                  <a:pt x="1341669" y="573048"/>
                  <a:pt x="1341669" y="546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rocess 16"/>
          <p:cNvSpPr/>
          <p:nvPr/>
        </p:nvSpPr>
        <p:spPr>
          <a:xfrm>
            <a:off x="4210200" y="3814920"/>
            <a:ext cx="1341360" cy="433800"/>
          </a:xfrm>
          <a:custGeom>
            <a:avLst/>
            <a:gdLst>
              <a:gd name="textAreaLeft" fmla="*/ 0 w 1341360"/>
              <a:gd name="textAreaRight" fmla="*/ 1341720 w 1341360"/>
              <a:gd name="textAreaTop" fmla="*/ 0 h 433800"/>
              <a:gd name="textAreaBottom" fmla="*/ 434160 h 433800"/>
              <a:gd name="GluePoint1X" fmla="*/ 0 w 1341669"/>
              <a:gd name="GluePoint1Y" fmla="*/ 217000 h 434000"/>
              <a:gd name="GluePoint2X" fmla="*/ 670835 w 1341669"/>
              <a:gd name="GluePoint2Y" fmla="*/ 0 h 434000"/>
              <a:gd name="GluePoint3X" fmla="*/ 1341669 w 1341669"/>
              <a:gd name="GluePoint3Y" fmla="*/ 217000 h 434000"/>
              <a:gd name="GluePoint4X" fmla="*/ 670835 w 1341669"/>
              <a:gd name="GluePoint4Y" fmla="*/ 434000 h 434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1341669" h="434000">
                <a:moveTo>
                  <a:pt x="1341669" y="385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85000"/>
                </a:lnTo>
                <a:cubicBezTo>
                  <a:pt x="0" y="412048"/>
                  <a:pt x="21952" y="434000"/>
                  <a:pt x="49000" y="434000"/>
                </a:cubicBezTo>
                <a:lnTo>
                  <a:pt x="1292669" y="434000"/>
                </a:lnTo>
                <a:cubicBezTo>
                  <a:pt x="1319717" y="434000"/>
                  <a:pt x="1341669" y="412048"/>
                  <a:pt x="1341669" y="385000"/>
                </a:cubicBezTo>
                <a:close/>
              </a:path>
              <a:path fill="none" w="1341669" h="434000">
                <a:moveTo>
                  <a:pt x="1341669" y="385000"/>
                </a:moveTo>
                <a:lnTo>
                  <a:pt x="1341669" y="49000"/>
                </a:lnTo>
                <a:cubicBezTo>
                  <a:pt x="1341669" y="21952"/>
                  <a:pt x="1319717" y="0"/>
                  <a:pt x="1292669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85000"/>
                </a:lnTo>
                <a:cubicBezTo>
                  <a:pt x="0" y="412048"/>
                  <a:pt x="21952" y="434000"/>
                  <a:pt x="49000" y="434000"/>
                </a:cubicBezTo>
                <a:lnTo>
                  <a:pt x="1292669" y="434000"/>
                </a:lnTo>
                <a:cubicBezTo>
                  <a:pt x="1319717" y="434000"/>
                  <a:pt x="1341669" y="412048"/>
                  <a:pt x="1341669" y="385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4877280" y="2999520"/>
            <a:ext cx="6480" cy="594720"/>
          </a:xfrm>
          <a:custGeom>
            <a:avLst/>
            <a:gdLst>
              <a:gd name="textAreaLeft" fmla="*/ 0 w 6480"/>
              <a:gd name="textAreaRight" fmla="*/ 6840 w 6480"/>
              <a:gd name="textAreaTop" fmla="*/ 0 h 594720"/>
              <a:gd name="textAreaBottom" fmla="*/ 595080 h 594720"/>
            </a:gdLst>
            <a:ahLst/>
            <a:cxnLst/>
            <a:rect l="textAreaLeft" t="textAreaTop" r="textAreaRight" b="textAreaBottom"/>
            <a:pathLst>
              <a:path fill="none" w="7000" h="595000">
                <a:moveTo>
                  <a:pt x="0" y="0"/>
                </a:moveTo>
                <a:lnTo>
                  <a:pt x="0" y="595000"/>
                </a:lnTo>
              </a:path>
            </a:pathLst>
          </a:custGeom>
          <a:solidFill>
            <a:srgbClr val="ffffff"/>
          </a:solidFill>
          <a:ln w="70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11"/>
          <p:cNvSpPr/>
          <p:nvPr/>
        </p:nvSpPr>
        <p:spPr>
          <a:xfrm>
            <a:off x="4463640" y="3884760"/>
            <a:ext cx="825480" cy="293760"/>
          </a:xfrm>
          <a:custGeom>
            <a:avLst/>
            <a:gdLst>
              <a:gd name="textAreaLeft" fmla="*/ 0 w 825480"/>
              <a:gd name="textAreaRight" fmla="*/ 825840 w 825480"/>
              <a:gd name="textAreaTop" fmla="*/ 0 h 293760"/>
              <a:gd name="textAreaBottom" fmla="*/ 294120 h 293760"/>
            </a:gdLst>
            <a:ahLst/>
            <a:cxnLst/>
            <a:rect l="textAreaLeft" t="textAreaTop" r="textAreaRight" b="textAreaBottom"/>
            <a:pathLst>
              <a:path stroke="0" w="826000" h="294000">
                <a:moveTo>
                  <a:pt x="0" y="0"/>
                </a:moveTo>
                <a:lnTo>
                  <a:pt x="826000" y="0"/>
                </a:lnTo>
                <a:lnTo>
                  <a:pt x="826000" y="294000"/>
                </a:lnTo>
                <a:lnTo>
                  <a:pt x="0" y="294000"/>
                </a:lnTo>
                <a:lnTo>
                  <a:pt x="0" y="0"/>
                </a:lnTo>
                <a:close/>
              </a:path>
              <a:path fill="none" w="826000" h="294000">
                <a:moveTo>
                  <a:pt x="0" y="0"/>
                </a:moveTo>
                <a:lnTo>
                  <a:pt x="826000" y="0"/>
                </a:lnTo>
                <a:lnTo>
                  <a:pt x="826000" y="294000"/>
                </a:lnTo>
                <a:lnTo>
                  <a:pt x="0" y="294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Internal OSB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12"/>
          <p:cNvSpPr/>
          <p:nvPr/>
        </p:nvSpPr>
        <p:spPr>
          <a:xfrm>
            <a:off x="4322520" y="2999520"/>
            <a:ext cx="461520" cy="594720"/>
          </a:xfrm>
          <a:custGeom>
            <a:avLst/>
            <a:gdLst>
              <a:gd name="textAreaLeft" fmla="*/ 0 w 461520"/>
              <a:gd name="textAreaRight" fmla="*/ 461880 w 461520"/>
              <a:gd name="textAreaTop" fmla="*/ 0 h 594720"/>
              <a:gd name="textAreaBottom" fmla="*/ 595080 h 594720"/>
              <a:gd name="GluePoint1X" fmla="*/ 231000 w 462000"/>
              <a:gd name="GluePoint1Y" fmla="*/ 0 h 595000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  <a:path fill="none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External OSB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13"/>
          <p:cNvSpPr/>
          <p:nvPr/>
        </p:nvSpPr>
        <p:spPr>
          <a:xfrm>
            <a:off x="4977360" y="2999520"/>
            <a:ext cx="461520" cy="594720"/>
          </a:xfrm>
          <a:custGeom>
            <a:avLst/>
            <a:gdLst>
              <a:gd name="textAreaLeft" fmla="*/ 0 w 461520"/>
              <a:gd name="textAreaRight" fmla="*/ 461880 w 461520"/>
              <a:gd name="textAreaTop" fmla="*/ 0 h 594720"/>
              <a:gd name="textAreaBottom" fmla="*/ 595080 h 594720"/>
              <a:gd name="GluePoint1X" fmla="*/ 462000 w 462000"/>
              <a:gd name="GluePoint1Y" fmla="*/ 297500 h 595000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  <a:path fill="none" w="462000" h="595000">
                <a:moveTo>
                  <a:pt x="0" y="0"/>
                </a:moveTo>
                <a:lnTo>
                  <a:pt x="462000" y="0"/>
                </a:lnTo>
                <a:lnTo>
                  <a:pt x="462000" y="595000"/>
                </a:lnTo>
                <a:lnTo>
                  <a:pt x="0" y="595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OVM OSB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7" name="Accept Database 2"/>
          <p:cNvGrpSpPr/>
          <p:nvPr/>
        </p:nvGrpSpPr>
        <p:grpSpPr>
          <a:xfrm>
            <a:off x="5014800" y="5314680"/>
            <a:ext cx="244080" cy="286560"/>
            <a:chOff x="5014800" y="5314680"/>
            <a:chExt cx="244080" cy="286560"/>
          </a:xfrm>
        </p:grpSpPr>
        <p:sp>
          <p:nvSpPr>
            <p:cNvPr id="158" name=""/>
            <p:cNvSpPr/>
            <p:nvPr/>
          </p:nvSpPr>
          <p:spPr>
            <a:xfrm>
              <a:off x="5166360" y="5502600"/>
              <a:ext cx="92520" cy="9288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stroke="0" w="92945" h="93166">
                  <a:moveTo>
                    <a:pt x="38667" y="56868"/>
                  </a:moveTo>
                  <a:lnTo>
                    <a:pt x="69329" y="25411"/>
                  </a:lnTo>
                  <a:lnTo>
                    <a:pt x="74635" y="30854"/>
                  </a:lnTo>
                  <a:lnTo>
                    <a:pt x="38667" y="67755"/>
                  </a:lnTo>
                  <a:lnTo>
                    <a:pt x="18310" y="46870"/>
                  </a:lnTo>
                  <a:lnTo>
                    <a:pt x="23615" y="41427"/>
                  </a:lnTo>
                  <a:lnTo>
                    <a:pt x="38667" y="56868"/>
                  </a:lnTo>
                  <a:close/>
                  <a:moveTo>
                    <a:pt x="0" y="46583"/>
                  </a:moveTo>
                  <a:cubicBezTo>
                    <a:pt x="0" y="20856"/>
                    <a:pt x="20806" y="0"/>
                    <a:pt x="46472" y="0"/>
                  </a:cubicBezTo>
                  <a:cubicBezTo>
                    <a:pt x="72138" y="0"/>
                    <a:pt x="92945" y="20856"/>
                    <a:pt x="92945" y="46583"/>
                  </a:cubicBezTo>
                  <a:cubicBezTo>
                    <a:pt x="92945" y="72310"/>
                    <a:pt x="72138" y="93166"/>
                    <a:pt x="46472" y="93166"/>
                  </a:cubicBezTo>
                  <a:cubicBezTo>
                    <a:pt x="20806" y="93166"/>
                    <a:pt x="0" y="72310"/>
                    <a:pt x="0" y="46583"/>
                  </a:cubicBezTo>
                  <a:close/>
                  <a:moveTo>
                    <a:pt x="46472" y="87723"/>
                  </a:moveTo>
                  <a:cubicBezTo>
                    <a:pt x="69139" y="87723"/>
                    <a:pt x="87514" y="69304"/>
                    <a:pt x="87514" y="46583"/>
                  </a:cubicBezTo>
                  <a:cubicBezTo>
                    <a:pt x="87514" y="23862"/>
                    <a:pt x="69139" y="5443"/>
                    <a:pt x="46472" y="5443"/>
                  </a:cubicBezTo>
                  <a:cubicBezTo>
                    <a:pt x="23805" y="5443"/>
                    <a:pt x="5430" y="23862"/>
                    <a:pt x="5430" y="46583"/>
                  </a:cubicBezTo>
                  <a:cubicBezTo>
                    <a:pt x="5430" y="69304"/>
                    <a:pt x="23805" y="87723"/>
                    <a:pt x="46472" y="87723"/>
                  </a:cubicBezTo>
                  <a:close/>
                  <a:moveTo>
                    <a:pt x="70448" y="49300"/>
                  </a:moveTo>
                </a:path>
                <a:path fill="none" w="92945" h="93166">
                  <a:moveTo>
                    <a:pt x="38667" y="56868"/>
                  </a:moveTo>
                  <a:lnTo>
                    <a:pt x="69329" y="25411"/>
                  </a:lnTo>
                  <a:lnTo>
                    <a:pt x="74635" y="30854"/>
                  </a:lnTo>
                  <a:lnTo>
                    <a:pt x="38667" y="67755"/>
                  </a:lnTo>
                  <a:lnTo>
                    <a:pt x="18310" y="46870"/>
                  </a:lnTo>
                  <a:lnTo>
                    <a:pt x="23615" y="41427"/>
                  </a:lnTo>
                  <a:lnTo>
                    <a:pt x="38667" y="56868"/>
                  </a:lnTo>
                  <a:close/>
                  <a:moveTo>
                    <a:pt x="0" y="46583"/>
                  </a:moveTo>
                  <a:cubicBezTo>
                    <a:pt x="0" y="20856"/>
                    <a:pt x="20806" y="0"/>
                    <a:pt x="46472" y="0"/>
                  </a:cubicBezTo>
                  <a:cubicBezTo>
                    <a:pt x="72138" y="0"/>
                    <a:pt x="92945" y="20856"/>
                    <a:pt x="92945" y="46583"/>
                  </a:cubicBezTo>
                  <a:cubicBezTo>
                    <a:pt x="92945" y="72310"/>
                    <a:pt x="72138" y="93166"/>
                    <a:pt x="46472" y="93166"/>
                  </a:cubicBezTo>
                  <a:cubicBezTo>
                    <a:pt x="20806" y="93166"/>
                    <a:pt x="0" y="72310"/>
                    <a:pt x="0" y="46583"/>
                  </a:cubicBezTo>
                  <a:close/>
                  <a:moveTo>
                    <a:pt x="46472" y="87723"/>
                  </a:moveTo>
                  <a:cubicBezTo>
                    <a:pt x="69139" y="87723"/>
                    <a:pt x="87514" y="69304"/>
                    <a:pt x="87514" y="46583"/>
                  </a:cubicBezTo>
                  <a:cubicBezTo>
                    <a:pt x="87514" y="23862"/>
                    <a:pt x="69139" y="5443"/>
                    <a:pt x="46472" y="5443"/>
                  </a:cubicBezTo>
                  <a:cubicBezTo>
                    <a:pt x="23805" y="5443"/>
                    <a:pt x="5430" y="23862"/>
                    <a:pt x="5430" y="46583"/>
                  </a:cubicBezTo>
                  <a:cubicBezTo>
                    <a:pt x="5430" y="69304"/>
                    <a:pt x="23805" y="87723"/>
                    <a:pt x="46472" y="87723"/>
                  </a:cubicBezTo>
                  <a:close/>
                  <a:moveTo>
                    <a:pt x="70448" y="49300"/>
                  </a:moveTo>
                </a:path>
              </a:pathLst>
            </a:custGeom>
            <a:solidFill>
              <a:srgbClr val="717070"/>
            </a:solidFill>
            <a:ln w="3333">
              <a:solidFill>
                <a:srgbClr val="7170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5014800" y="5314680"/>
              <a:ext cx="212760" cy="286560"/>
            </a:xfrm>
            <a:custGeom>
              <a:avLst/>
              <a:gdLst>
                <a:gd name="textAreaLeft" fmla="*/ 0 w 212760"/>
                <a:gd name="textAreaRight" fmla="*/ 213120 w 212760"/>
                <a:gd name="textAreaTop" fmla="*/ 0 h 286560"/>
                <a:gd name="textAreaBottom" fmla="*/ 286920 h 286560"/>
              </a:gdLst>
              <a:ahLst/>
              <a:cxnLst/>
              <a:rect l="textAreaLeft" t="textAreaTop" r="textAreaRight" b="textAreaBottom"/>
              <a:pathLst>
                <a:path stroke="0" w="212993" h="287000">
                  <a:moveTo>
                    <a:pt x="3667" y="24442"/>
                  </a:moveTo>
                  <a:cubicBezTo>
                    <a:pt x="3667" y="10943"/>
                    <a:pt x="49705" y="0"/>
                    <a:pt x="106496" y="0"/>
                  </a:cubicBezTo>
                  <a:cubicBezTo>
                    <a:pt x="163288" y="0"/>
                    <a:pt x="209326" y="10943"/>
                    <a:pt x="209326" y="24442"/>
                  </a:cubicBezTo>
                  <a:cubicBezTo>
                    <a:pt x="209326" y="37941"/>
                    <a:pt x="163288" y="48884"/>
                    <a:pt x="106496" y="48884"/>
                  </a:cubicBezTo>
                  <a:cubicBezTo>
                    <a:pt x="49705" y="48884"/>
                    <a:pt x="3667" y="37941"/>
                    <a:pt x="3667" y="24442"/>
                  </a:cubicBezTo>
                  <a:close/>
                </a:path>
                <a:path stroke="0" w="212993" h="287000">
                  <a:moveTo>
                    <a:pt x="212993" y="36288"/>
                  </a:moveTo>
                  <a:lnTo>
                    <a:pt x="212993" y="100499"/>
                  </a:lnTo>
                  <a:cubicBezTo>
                    <a:pt x="212993" y="100703"/>
                    <a:pt x="212993" y="100908"/>
                    <a:pt x="212993" y="101114"/>
                  </a:cubicBezTo>
                  <a:cubicBezTo>
                    <a:pt x="212993" y="116325"/>
                    <a:pt x="165305" y="128656"/>
                    <a:pt x="106496" y="128656"/>
                  </a:cubicBezTo>
                  <a:cubicBezTo>
                    <a:pt x="47687" y="128656"/>
                    <a:pt x="0" y="116325"/>
                    <a:pt x="0" y="101114"/>
                  </a:cubicBezTo>
                  <a:cubicBezTo>
                    <a:pt x="0" y="100908"/>
                    <a:pt x="0" y="100703"/>
                    <a:pt x="0" y="100499"/>
                  </a:cubicBezTo>
                  <a:lnTo>
                    <a:pt x="0" y="36288"/>
                  </a:lnTo>
                  <a:cubicBezTo>
                    <a:pt x="7528" y="49756"/>
                    <a:pt x="52340" y="60104"/>
                    <a:pt x="106496" y="60104"/>
                  </a:cubicBezTo>
                  <a:cubicBezTo>
                    <a:pt x="160653" y="60104"/>
                    <a:pt x="205465" y="49756"/>
                    <a:pt x="212993" y="36288"/>
                  </a:cubicBezTo>
                  <a:close/>
                </a:path>
                <a:path stroke="0" w="212993" h="287000">
                  <a:moveTo>
                    <a:pt x="212993" y="115460"/>
                  </a:moveTo>
                  <a:lnTo>
                    <a:pt x="212993" y="179671"/>
                  </a:lnTo>
                  <a:cubicBezTo>
                    <a:pt x="212993" y="179876"/>
                    <a:pt x="212993" y="180080"/>
                    <a:pt x="212993" y="180286"/>
                  </a:cubicBezTo>
                  <a:cubicBezTo>
                    <a:pt x="212993" y="181629"/>
                    <a:pt x="212621" y="182948"/>
                    <a:pt x="211903" y="184239"/>
                  </a:cubicBezTo>
                  <a:cubicBezTo>
                    <a:pt x="207101" y="182785"/>
                    <a:pt x="202008" y="182003"/>
                    <a:pt x="196732" y="182003"/>
                  </a:cubicBezTo>
                  <a:cubicBezTo>
                    <a:pt x="178710" y="182003"/>
                    <a:pt x="162813" y="191128"/>
                    <a:pt x="153390" y="205020"/>
                  </a:cubicBezTo>
                  <a:cubicBezTo>
                    <a:pt x="139241" y="206818"/>
                    <a:pt x="123324" y="207828"/>
                    <a:pt x="106496" y="207828"/>
                  </a:cubicBezTo>
                  <a:cubicBezTo>
                    <a:pt x="47687" y="207828"/>
                    <a:pt x="0" y="195497"/>
                    <a:pt x="0" y="180286"/>
                  </a:cubicBezTo>
                  <a:cubicBezTo>
                    <a:pt x="0" y="180080"/>
                    <a:pt x="0" y="179876"/>
                    <a:pt x="0" y="179671"/>
                  </a:cubicBezTo>
                  <a:lnTo>
                    <a:pt x="0" y="115460"/>
                  </a:lnTo>
                  <a:cubicBezTo>
                    <a:pt x="7528" y="128928"/>
                    <a:pt x="52340" y="139276"/>
                    <a:pt x="106496" y="139276"/>
                  </a:cubicBezTo>
                  <a:cubicBezTo>
                    <a:pt x="160653" y="139276"/>
                    <a:pt x="205465" y="128928"/>
                    <a:pt x="212993" y="115460"/>
                  </a:cubicBezTo>
                  <a:close/>
                </a:path>
                <a:path stroke="0" w="212993" h="287000">
                  <a:moveTo>
                    <a:pt x="106496" y="287000"/>
                  </a:moveTo>
                  <a:cubicBezTo>
                    <a:pt x="47687" y="287000"/>
                    <a:pt x="0" y="274669"/>
                    <a:pt x="0" y="259458"/>
                  </a:cubicBezTo>
                  <a:cubicBezTo>
                    <a:pt x="0" y="259253"/>
                    <a:pt x="0" y="259048"/>
                    <a:pt x="0" y="258843"/>
                  </a:cubicBezTo>
                  <a:lnTo>
                    <a:pt x="0" y="194632"/>
                  </a:lnTo>
                  <a:cubicBezTo>
                    <a:pt x="7528" y="208101"/>
                    <a:pt x="52340" y="218448"/>
                    <a:pt x="106496" y="218448"/>
                  </a:cubicBezTo>
                  <a:cubicBezTo>
                    <a:pt x="121044" y="218448"/>
                    <a:pt x="134917" y="217701"/>
                    <a:pt x="147574" y="216348"/>
                  </a:cubicBezTo>
                  <a:cubicBezTo>
                    <a:pt x="145495" y="222005"/>
                    <a:pt x="144359" y="228120"/>
                    <a:pt x="144359" y="234501"/>
                  </a:cubicBezTo>
                  <a:cubicBezTo>
                    <a:pt x="144359" y="254741"/>
                    <a:pt x="155786" y="272307"/>
                    <a:pt x="172527" y="281068"/>
                  </a:cubicBezTo>
                  <a:cubicBezTo>
                    <a:pt x="154376" y="284782"/>
                    <a:pt x="131436" y="287000"/>
                    <a:pt x="106496" y="287000"/>
                  </a:cubicBezTo>
                  <a:close/>
                </a:path>
                <a:path fill="none" w="212993" h="287000">
                  <a:moveTo>
                    <a:pt x="3667" y="24442"/>
                  </a:moveTo>
                  <a:cubicBezTo>
                    <a:pt x="3667" y="10943"/>
                    <a:pt x="49705" y="0"/>
                    <a:pt x="106496" y="0"/>
                  </a:cubicBezTo>
                  <a:cubicBezTo>
                    <a:pt x="163288" y="0"/>
                    <a:pt x="209326" y="10943"/>
                    <a:pt x="209326" y="24442"/>
                  </a:cubicBezTo>
                  <a:cubicBezTo>
                    <a:pt x="209326" y="37941"/>
                    <a:pt x="163288" y="48884"/>
                    <a:pt x="106496" y="48884"/>
                  </a:cubicBezTo>
                  <a:cubicBezTo>
                    <a:pt x="49705" y="48884"/>
                    <a:pt x="3667" y="37941"/>
                    <a:pt x="3667" y="24442"/>
                  </a:cubicBezTo>
                  <a:close/>
                </a:path>
                <a:path fill="none" w="212993" h="287000">
                  <a:moveTo>
                    <a:pt x="212993" y="36288"/>
                  </a:moveTo>
                  <a:lnTo>
                    <a:pt x="212993" y="100499"/>
                  </a:lnTo>
                  <a:cubicBezTo>
                    <a:pt x="212993" y="100703"/>
                    <a:pt x="212993" y="100908"/>
                    <a:pt x="212993" y="101114"/>
                  </a:cubicBezTo>
                  <a:cubicBezTo>
                    <a:pt x="212993" y="116325"/>
                    <a:pt x="165305" y="128656"/>
                    <a:pt x="106496" y="128656"/>
                  </a:cubicBezTo>
                  <a:cubicBezTo>
                    <a:pt x="47687" y="128656"/>
                    <a:pt x="0" y="116325"/>
                    <a:pt x="0" y="101114"/>
                  </a:cubicBezTo>
                  <a:cubicBezTo>
                    <a:pt x="0" y="100908"/>
                    <a:pt x="0" y="100703"/>
                    <a:pt x="0" y="100499"/>
                  </a:cubicBezTo>
                  <a:lnTo>
                    <a:pt x="0" y="36288"/>
                  </a:lnTo>
                  <a:cubicBezTo>
                    <a:pt x="7528" y="49756"/>
                    <a:pt x="52340" y="60104"/>
                    <a:pt x="106496" y="60104"/>
                  </a:cubicBezTo>
                  <a:cubicBezTo>
                    <a:pt x="160653" y="60104"/>
                    <a:pt x="205465" y="49756"/>
                    <a:pt x="212993" y="36288"/>
                  </a:cubicBezTo>
                  <a:close/>
                </a:path>
                <a:path fill="none" w="212993" h="287000">
                  <a:moveTo>
                    <a:pt x="212993" y="115460"/>
                  </a:moveTo>
                  <a:lnTo>
                    <a:pt x="212993" y="179671"/>
                  </a:lnTo>
                  <a:cubicBezTo>
                    <a:pt x="212993" y="179876"/>
                    <a:pt x="212993" y="180080"/>
                    <a:pt x="212993" y="180286"/>
                  </a:cubicBezTo>
                  <a:cubicBezTo>
                    <a:pt x="212993" y="181629"/>
                    <a:pt x="212621" y="182948"/>
                    <a:pt x="211903" y="184239"/>
                  </a:cubicBezTo>
                  <a:cubicBezTo>
                    <a:pt x="207101" y="182785"/>
                    <a:pt x="202008" y="182003"/>
                    <a:pt x="196732" y="182003"/>
                  </a:cubicBezTo>
                  <a:cubicBezTo>
                    <a:pt x="178710" y="182003"/>
                    <a:pt x="162813" y="191128"/>
                    <a:pt x="153390" y="205020"/>
                  </a:cubicBezTo>
                  <a:cubicBezTo>
                    <a:pt x="139241" y="206818"/>
                    <a:pt x="123324" y="207828"/>
                    <a:pt x="106496" y="207828"/>
                  </a:cubicBezTo>
                  <a:cubicBezTo>
                    <a:pt x="47687" y="207828"/>
                    <a:pt x="0" y="195497"/>
                    <a:pt x="0" y="180286"/>
                  </a:cubicBezTo>
                  <a:cubicBezTo>
                    <a:pt x="0" y="180080"/>
                    <a:pt x="0" y="179876"/>
                    <a:pt x="0" y="179671"/>
                  </a:cubicBezTo>
                  <a:lnTo>
                    <a:pt x="0" y="115460"/>
                  </a:lnTo>
                  <a:cubicBezTo>
                    <a:pt x="7528" y="128928"/>
                    <a:pt x="52340" y="139276"/>
                    <a:pt x="106496" y="139276"/>
                  </a:cubicBezTo>
                  <a:cubicBezTo>
                    <a:pt x="160653" y="139276"/>
                    <a:pt x="205465" y="128928"/>
                    <a:pt x="212993" y="115460"/>
                  </a:cubicBezTo>
                  <a:close/>
                </a:path>
                <a:path fill="none" w="212993" h="287000">
                  <a:moveTo>
                    <a:pt x="106496" y="287000"/>
                  </a:moveTo>
                  <a:cubicBezTo>
                    <a:pt x="47687" y="287000"/>
                    <a:pt x="0" y="274669"/>
                    <a:pt x="0" y="259458"/>
                  </a:cubicBezTo>
                  <a:cubicBezTo>
                    <a:pt x="0" y="259253"/>
                    <a:pt x="0" y="259048"/>
                    <a:pt x="0" y="258843"/>
                  </a:cubicBezTo>
                  <a:lnTo>
                    <a:pt x="0" y="194632"/>
                  </a:lnTo>
                  <a:cubicBezTo>
                    <a:pt x="7528" y="208101"/>
                    <a:pt x="52340" y="218448"/>
                    <a:pt x="106496" y="218448"/>
                  </a:cubicBezTo>
                  <a:cubicBezTo>
                    <a:pt x="121044" y="218448"/>
                    <a:pt x="134917" y="217701"/>
                    <a:pt x="147574" y="216348"/>
                  </a:cubicBezTo>
                  <a:cubicBezTo>
                    <a:pt x="145495" y="222005"/>
                    <a:pt x="144359" y="228120"/>
                    <a:pt x="144359" y="234501"/>
                  </a:cubicBezTo>
                  <a:cubicBezTo>
                    <a:pt x="144359" y="254741"/>
                    <a:pt x="155786" y="272307"/>
                    <a:pt x="172527" y="281068"/>
                  </a:cubicBezTo>
                  <a:cubicBezTo>
                    <a:pt x="154376" y="284782"/>
                    <a:pt x="131436" y="287000"/>
                    <a:pt x="106496" y="287000"/>
                  </a:cubicBezTo>
                  <a:close/>
                </a:path>
              </a:pathLst>
            </a:custGeom>
            <a:solidFill>
              <a:srgbClr val="00a2ff"/>
            </a:solidFill>
            <a:ln w="7000">
              <a:solidFill>
                <a:srgbClr val="00a2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0" name="Rectangle 14"/>
          <p:cNvSpPr/>
          <p:nvPr/>
        </p:nvSpPr>
        <p:spPr>
          <a:xfrm>
            <a:off x="4750560" y="5598000"/>
            <a:ext cx="772200" cy="349560"/>
          </a:xfrm>
          <a:custGeom>
            <a:avLst/>
            <a:gdLst>
              <a:gd name="textAreaLeft" fmla="*/ 0 w 772200"/>
              <a:gd name="textAreaRight" fmla="*/ 772560 w 772200"/>
              <a:gd name="textAreaTop" fmla="*/ 0 h 349560"/>
              <a:gd name="textAreaBottom" fmla="*/ 349920 h 349560"/>
            </a:gdLst>
            <a:ahLst/>
            <a:cxnLst/>
            <a:rect l="textAreaLeft" t="textAreaTop" r="textAreaRight" b="textAreaBottom"/>
            <a:pathLst>
              <a:path stroke="0" w="772660" h="350000">
                <a:moveTo>
                  <a:pt x="0" y="0"/>
                </a:moveTo>
                <a:lnTo>
                  <a:pt x="772660" y="0"/>
                </a:lnTo>
                <a:lnTo>
                  <a:pt x="77266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  <a:path fill="none" w="772660" h="350000">
                <a:moveTo>
                  <a:pt x="0" y="0"/>
                </a:moveTo>
                <a:lnTo>
                  <a:pt x="772660" y="0"/>
                </a:lnTo>
                <a:lnTo>
                  <a:pt x="77266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000000"/>
                </a:solidFill>
                <a:effectLst/>
                <a:uFillTx/>
                <a:latin typeface="Bahnschrift Light"/>
                <a:ea typeface="Bahnschrift Light"/>
              </a:rPr>
              <a:t>PROD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EXADATA X10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onnectLine 15"/>
          <p:cNvSpPr/>
          <p:nvPr/>
        </p:nvSpPr>
        <p:spPr>
          <a:xfrm>
            <a:off x="5551560" y="2673720"/>
            <a:ext cx="773280" cy="622440"/>
          </a:xfrm>
          <a:custGeom>
            <a:avLst/>
            <a:gdLst>
              <a:gd name="textAreaLeft" fmla="*/ 0 w 773280"/>
              <a:gd name="textAreaRight" fmla="*/ 773640 w 773280"/>
              <a:gd name="textAreaTop" fmla="*/ 0 h 622440"/>
              <a:gd name="textAreaBottom" fmla="*/ 622800 h 622440"/>
            </a:gdLst>
            <a:ahLst/>
            <a:cxnLst/>
            <a:rect l="textAreaLeft" t="textAreaTop" r="textAreaRight" b="textAreaBottom"/>
            <a:pathLst>
              <a:path fill="none" w="773738" h="622828">
                <a:moveTo>
                  <a:pt x="773738" y="0"/>
                </a:moveTo>
                <a:lnTo>
                  <a:pt x="773738" y="622828"/>
                </a:lnTo>
                <a:lnTo>
                  <a:pt x="0" y="622828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ConnectLine 16"/>
          <p:cNvSpPr/>
          <p:nvPr/>
        </p:nvSpPr>
        <p:spPr>
          <a:xfrm>
            <a:off x="3451320" y="2992680"/>
            <a:ext cx="754200" cy="303840"/>
          </a:xfrm>
          <a:custGeom>
            <a:avLst/>
            <a:gdLst>
              <a:gd name="textAreaLeft" fmla="*/ 0 w 754200"/>
              <a:gd name="textAreaRight" fmla="*/ 754560 w 75420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fill="none" w="754439" h="304242">
                <a:moveTo>
                  <a:pt x="0" y="0"/>
                </a:moveTo>
                <a:lnTo>
                  <a:pt x="0" y="304242"/>
                </a:lnTo>
                <a:lnTo>
                  <a:pt x="754439" y="304242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onnectLine 17"/>
          <p:cNvSpPr/>
          <p:nvPr/>
        </p:nvSpPr>
        <p:spPr>
          <a:xfrm>
            <a:off x="3451320" y="2992680"/>
            <a:ext cx="758160" cy="1038960"/>
          </a:xfrm>
          <a:custGeom>
            <a:avLst/>
            <a:gdLst>
              <a:gd name="textAreaLeft" fmla="*/ -384840 w 758160"/>
              <a:gd name="textAreaRight" fmla="*/ 384840 w 758160"/>
              <a:gd name="textAreaTop" fmla="*/ 586080 h 1038960"/>
              <a:gd name="textAreaBottom" fmla="*/ 866160 h 1038960"/>
            </a:gdLst>
            <a:ahLst/>
            <a:cxnLst/>
            <a:rect l="textAreaLeft" t="textAreaTop" r="textAreaRight" b="textAreaBottom"/>
            <a:pathLst>
              <a:path fill="none" w="758590" h="1039241">
                <a:moveTo>
                  <a:pt x="0" y="0"/>
                </a:moveTo>
                <a:lnTo>
                  <a:pt x="0" y="1039241"/>
                </a:lnTo>
                <a:lnTo>
                  <a:pt x="758590" y="1039241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56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esb.allianz.com.tr</a:t>
            </a:r>
            <a:endParaRPr b="0" lang="en-US" sz="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56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10.70.12.12</a:t>
            </a:r>
            <a:endParaRPr b="0" lang="en-US" sz="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onnectLine 18"/>
          <p:cNvSpPr/>
          <p:nvPr/>
        </p:nvSpPr>
        <p:spPr>
          <a:xfrm>
            <a:off x="5555160" y="2673720"/>
            <a:ext cx="769680" cy="1357560"/>
          </a:xfrm>
          <a:custGeom>
            <a:avLst/>
            <a:gdLst>
              <a:gd name="textAreaLeft" fmla="*/ 346320 w 769680"/>
              <a:gd name="textAreaRight" fmla="*/ 1193400 w 769680"/>
              <a:gd name="textAreaTop" fmla="*/ 176760 h 1357560"/>
              <a:gd name="textAreaBottom" fmla="*/ 470880 h 1357560"/>
            </a:gdLst>
            <a:ahLst/>
            <a:cxnLst/>
            <a:rect l="textAreaLeft" t="textAreaTop" r="textAreaRight" b="textAreaBottom"/>
            <a:pathLst>
              <a:path fill="none" w="770105" h="1357825">
                <a:moveTo>
                  <a:pt x="770105" y="0"/>
                </a:moveTo>
                <a:lnTo>
                  <a:pt x="770105" y="1357825"/>
                </a:lnTo>
                <a:lnTo>
                  <a:pt x="0" y="1357825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esb.allianz.com.tr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10.70.12.12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onnectLine 19"/>
          <p:cNvSpPr/>
          <p:nvPr/>
        </p:nvSpPr>
        <p:spPr>
          <a:xfrm>
            <a:off x="2538000" y="1182960"/>
            <a:ext cx="1885680" cy="2113560"/>
          </a:xfrm>
          <a:custGeom>
            <a:avLst/>
            <a:gdLst>
              <a:gd name="textAreaLeft" fmla="*/ 0 w 1885680"/>
              <a:gd name="textAreaRight" fmla="*/ 1886040 w 1885680"/>
              <a:gd name="textAreaTop" fmla="*/ 0 h 2113560"/>
              <a:gd name="textAreaBottom" fmla="*/ 2113920 h 2113560"/>
            </a:gdLst>
            <a:ahLst/>
            <a:cxnLst/>
            <a:rect l="textAreaLeft" t="textAreaTop" r="textAreaRight" b="textAreaBottom"/>
            <a:pathLst>
              <a:path fill="none" w="1886171" h="2114000">
                <a:moveTo>
                  <a:pt x="1886171" y="0"/>
                </a:moveTo>
                <a:lnTo>
                  <a:pt x="0" y="0"/>
                </a:lnTo>
                <a:lnTo>
                  <a:pt x="0" y="2114000"/>
                </a:lnTo>
                <a:lnTo>
                  <a:pt x="1667935" y="211400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15"/>
          <p:cNvSpPr/>
          <p:nvPr/>
        </p:nvSpPr>
        <p:spPr>
          <a:xfrm rot="16200000">
            <a:off x="2003760" y="2077200"/>
            <a:ext cx="1061280" cy="202320"/>
          </a:xfrm>
          <a:custGeom>
            <a:avLst/>
            <a:gdLst>
              <a:gd name="textAreaLeft" fmla="*/ 0 w 1061280"/>
              <a:gd name="textAreaRight" fmla="*/ 1061640 w 1061280"/>
              <a:gd name="textAreaTop" fmla="*/ 0 h 202320"/>
              <a:gd name="textAreaBottom" fmla="*/ 202680 h 202320"/>
              <a:gd name="GluePoint1X" fmla="*/ 1061669 w 1061669"/>
              <a:gd name="GluePoint1Y" fmla="*/ 101406 h 202812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stroke="0" w="1061669" h="202812">
                <a:moveTo>
                  <a:pt x="0" y="0"/>
                </a:moveTo>
                <a:lnTo>
                  <a:pt x="1061669" y="0"/>
                </a:lnTo>
                <a:lnTo>
                  <a:pt x="1061669" y="202812"/>
                </a:lnTo>
                <a:lnTo>
                  <a:pt x="0" y="202812"/>
                </a:lnTo>
                <a:lnTo>
                  <a:pt x="0" y="0"/>
                </a:lnTo>
                <a:close/>
              </a:path>
              <a:path fill="none" w="1061669" h="202812">
                <a:moveTo>
                  <a:pt x="0" y="0"/>
                </a:moveTo>
                <a:lnTo>
                  <a:pt x="1061669" y="0"/>
                </a:lnTo>
                <a:lnTo>
                  <a:pt x="1061669" y="202812"/>
                </a:lnTo>
                <a:lnTo>
                  <a:pt x="0" y="2028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services.allianz.com.tr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rocess 17"/>
          <p:cNvSpPr/>
          <p:nvPr/>
        </p:nvSpPr>
        <p:spPr>
          <a:xfrm>
            <a:off x="7471080" y="972720"/>
            <a:ext cx="913320" cy="419760"/>
          </a:xfrm>
          <a:custGeom>
            <a:avLst/>
            <a:gdLst>
              <a:gd name="textAreaLeft" fmla="*/ 0 w 913320"/>
              <a:gd name="textAreaRight" fmla="*/ 913680 w 913320"/>
              <a:gd name="textAreaTop" fmla="*/ 0 h 419760"/>
              <a:gd name="textAreaBottom" fmla="*/ 420120 h 419760"/>
              <a:gd name="GluePoint1X" fmla="*/ 0 w 913500"/>
              <a:gd name="GluePoint1Y" fmla="*/ 210000 h 420000"/>
              <a:gd name="GluePoint2X" fmla="*/ 456750 w 913500"/>
              <a:gd name="GluePoint2Y" fmla="*/ 0 h 420000"/>
              <a:gd name="GluePoint3X" fmla="*/ 913500 w 913500"/>
              <a:gd name="GluePoint3Y" fmla="*/ 210000 h 420000"/>
              <a:gd name="GluePoint4X" fmla="*/ 456750 w 913500"/>
              <a:gd name="GluePoint4Y" fmla="*/ 420000 h 42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stroke="0" w="913500" h="420000">
                <a:moveTo>
                  <a:pt x="913500" y="371000"/>
                </a:moveTo>
                <a:lnTo>
                  <a:pt x="913500" y="49000"/>
                </a:lnTo>
                <a:cubicBezTo>
                  <a:pt x="913500" y="21952"/>
                  <a:pt x="891548" y="0"/>
                  <a:pt x="8645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71000"/>
                </a:lnTo>
                <a:cubicBezTo>
                  <a:pt x="0" y="398048"/>
                  <a:pt x="21952" y="420000"/>
                  <a:pt x="49000" y="420000"/>
                </a:cubicBezTo>
                <a:lnTo>
                  <a:pt x="864500" y="420000"/>
                </a:lnTo>
                <a:cubicBezTo>
                  <a:pt x="891548" y="420000"/>
                  <a:pt x="913500" y="398048"/>
                  <a:pt x="913500" y="371000"/>
                </a:cubicBezTo>
                <a:close/>
              </a:path>
              <a:path fill="none" w="913500" h="420000">
                <a:moveTo>
                  <a:pt x="913500" y="371000"/>
                </a:moveTo>
                <a:lnTo>
                  <a:pt x="913500" y="49000"/>
                </a:lnTo>
                <a:cubicBezTo>
                  <a:pt x="913500" y="21952"/>
                  <a:pt x="891548" y="0"/>
                  <a:pt x="864500" y="0"/>
                </a:cubicBezTo>
                <a:lnTo>
                  <a:pt x="49000" y="0"/>
                </a:lnTo>
                <a:cubicBezTo>
                  <a:pt x="21952" y="0"/>
                  <a:pt x="0" y="21952"/>
                  <a:pt x="0" y="49000"/>
                </a:cubicBezTo>
                <a:lnTo>
                  <a:pt x="0" y="371000"/>
                </a:lnTo>
                <a:cubicBezTo>
                  <a:pt x="0" y="398048"/>
                  <a:pt x="21952" y="420000"/>
                  <a:pt x="49000" y="420000"/>
                </a:cubicBezTo>
                <a:lnTo>
                  <a:pt x="864500" y="420000"/>
                </a:lnTo>
                <a:cubicBezTo>
                  <a:pt x="891548" y="420000"/>
                  <a:pt x="913500" y="398048"/>
                  <a:pt x="913500" y="371000"/>
                </a:cubicBezTo>
                <a:close/>
              </a:path>
            </a:pathLst>
          </a:custGeom>
          <a:solidFill>
            <a:srgbClr val="ffffff"/>
          </a:solidFill>
          <a:ln w="7000">
            <a:solidFill>
              <a:srgbClr val="101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MW Netscaler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ConnectLine 20"/>
          <p:cNvSpPr/>
          <p:nvPr/>
        </p:nvSpPr>
        <p:spPr>
          <a:xfrm>
            <a:off x="6652440" y="1392840"/>
            <a:ext cx="1275120" cy="1077480"/>
          </a:xfrm>
          <a:custGeom>
            <a:avLst/>
            <a:gdLst>
              <a:gd name="textAreaLeft" fmla="*/ 0 w 1275120"/>
              <a:gd name="textAreaRight" fmla="*/ 1275480 w 127512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fill="none" w="1275456" h="1078000">
                <a:moveTo>
                  <a:pt x="1275456" y="0"/>
                </a:moveTo>
                <a:lnTo>
                  <a:pt x="1275456" y="1078000"/>
                </a:lnTo>
                <a:lnTo>
                  <a:pt x="0" y="107800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onnectLine 21"/>
          <p:cNvSpPr/>
          <p:nvPr/>
        </p:nvSpPr>
        <p:spPr>
          <a:xfrm>
            <a:off x="5337720" y="1182960"/>
            <a:ext cx="2133360" cy="6480"/>
          </a:xfrm>
          <a:custGeom>
            <a:avLst/>
            <a:gdLst>
              <a:gd name="textAreaLeft" fmla="*/ 275760 w 2133360"/>
              <a:gd name="textAreaRight" fmla="*/ 1745640 w 2133360"/>
              <a:gd name="textAreaTop" fmla="*/ -143640 h 6480"/>
              <a:gd name="textAreaBottom" fmla="*/ 143640 h 6480"/>
            </a:gdLst>
            <a:ahLst/>
            <a:cxnLst/>
            <a:rect l="textAreaLeft" t="textAreaTop" r="textAreaRight" b="textAreaBottom"/>
            <a:pathLst>
              <a:path fill="none" w="2133579" h="7000">
                <a:moveTo>
                  <a:pt x="0" y="0"/>
                </a:moveTo>
                <a:lnTo>
                  <a:pt x="2133579" y="0"/>
                </a:lnTo>
              </a:path>
            </a:pathLst>
          </a:custGeom>
          <a:noFill/>
          <a:ln w="7000">
            <a:solidFill>
              <a:srgbClr val="19191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digitall.allianz.com.tr/digitall-ui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730" strike="noStrike" u="none">
                <a:solidFill>
                  <a:srgbClr val="191919"/>
                </a:solidFill>
                <a:effectLst/>
                <a:highlight>
                  <a:srgbClr val="ffffff"/>
                </a:highlight>
                <a:uFillTx/>
                <a:latin typeface="Bahnschrift Light"/>
                <a:ea typeface="Bahnschrift Light"/>
              </a:rPr>
              <a:t>pci.allianz.com.tr/common-ui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onnectLine 22"/>
          <p:cNvSpPr/>
          <p:nvPr/>
        </p:nvSpPr>
        <p:spPr>
          <a:xfrm>
            <a:off x="5117400" y="4885920"/>
            <a:ext cx="6480" cy="328320"/>
          </a:xfrm>
          <a:custGeom>
            <a:avLst/>
            <a:gdLst>
              <a:gd name="textAreaLeft" fmla="*/ 0 w 6480"/>
              <a:gd name="textAreaRight" fmla="*/ 6840 w 6480"/>
              <a:gd name="textAreaTop" fmla="*/ 0 h 328320"/>
              <a:gd name="textAreaBottom" fmla="*/ 328680 h 328320"/>
            </a:gdLst>
            <a:ahLst/>
            <a:cxnLst/>
            <a:rect l="textAreaLeft" t="textAreaTop" r="textAreaRight" b="textAreaBottom"/>
            <a:pathLst>
              <a:path fill="none" w="7000" h="328828">
                <a:moveTo>
                  <a:pt x="0" y="0"/>
                </a:moveTo>
                <a:lnTo>
                  <a:pt x="0" y="328828"/>
                </a:lnTo>
              </a:path>
            </a:pathLst>
          </a:custGeom>
          <a:noFill/>
          <a:ln w="14000">
            <a:solidFill>
              <a:srgbClr val="191919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5352480" y="2379960"/>
            <a:ext cx="265680" cy="265680"/>
          </a:xfrm>
          <a:prstGeom prst="rect">
            <a:avLst/>
          </a:prstGeom>
          <a:noFill/>
          <a:ln w="7000">
            <a:noFill/>
          </a:ln>
        </p:spPr>
      </p:pic>
      <p:sp>
        <p:nvSpPr>
          <p:cNvPr id="172" name="Rectangle 16"/>
          <p:cNvSpPr/>
          <p:nvPr/>
        </p:nvSpPr>
        <p:spPr>
          <a:xfrm>
            <a:off x="5212080" y="1882800"/>
            <a:ext cx="839520" cy="209520"/>
          </a:xfrm>
          <a:custGeom>
            <a:avLst/>
            <a:gdLst>
              <a:gd name="textAreaLeft" fmla="*/ 0 w 839520"/>
              <a:gd name="textAreaRight" fmla="*/ 839880 w 83952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840000" h="210000">
                <a:moveTo>
                  <a:pt x="0" y="0"/>
                </a:moveTo>
                <a:lnTo>
                  <a:pt x="840000" y="0"/>
                </a:lnTo>
                <a:lnTo>
                  <a:pt x="840000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840000" h="210000">
                <a:moveTo>
                  <a:pt x="0" y="0"/>
                </a:moveTo>
                <a:lnTo>
                  <a:pt x="840000" y="0"/>
                </a:lnTo>
                <a:lnTo>
                  <a:pt x="840000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39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Openshift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7"/>
          <p:cNvSpPr/>
          <p:nvPr/>
        </p:nvSpPr>
        <p:spPr>
          <a:xfrm>
            <a:off x="3213360" y="2842200"/>
            <a:ext cx="745200" cy="209520"/>
          </a:xfrm>
          <a:custGeom>
            <a:avLst/>
            <a:gdLst>
              <a:gd name="textAreaLeft" fmla="*/ 0 w 745200"/>
              <a:gd name="textAreaRight" fmla="*/ 745560 w 74520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10.70.12.xx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8"/>
          <p:cNvSpPr/>
          <p:nvPr/>
        </p:nvSpPr>
        <p:spPr>
          <a:xfrm>
            <a:off x="3213360" y="2236680"/>
            <a:ext cx="745200" cy="209520"/>
          </a:xfrm>
          <a:custGeom>
            <a:avLst/>
            <a:gdLst>
              <a:gd name="textAreaLeft" fmla="*/ 0 w 745200"/>
              <a:gd name="textAreaRight" fmla="*/ 745560 w 74520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10.70.15.60-61-62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19"/>
          <p:cNvSpPr/>
          <p:nvPr/>
        </p:nvSpPr>
        <p:spPr>
          <a:xfrm>
            <a:off x="6552360" y="2551320"/>
            <a:ext cx="745200" cy="209520"/>
          </a:xfrm>
          <a:custGeom>
            <a:avLst/>
            <a:gdLst>
              <a:gd name="textAreaLeft" fmla="*/ 0 w 745200"/>
              <a:gd name="textAreaRight" fmla="*/ 745560 w 745200"/>
              <a:gd name="textAreaTop" fmla="*/ 0 h 209520"/>
              <a:gd name="textAreaBottom" fmla="*/ 209880 h 209520"/>
            </a:gdLst>
            <a:ahLst/>
            <a:cxnLst/>
            <a:rect l="textAreaLeft" t="textAreaTop" r="textAreaRight" b="textAreaBottom"/>
            <a:pathLst>
              <a:path stroke="0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  <a:path fill="none" w="745689" h="210000">
                <a:moveTo>
                  <a:pt x="0" y="0"/>
                </a:moveTo>
                <a:lnTo>
                  <a:pt x="745689" y="0"/>
                </a:lnTo>
                <a:lnTo>
                  <a:pt x="745689" y="210000"/>
                </a:lnTo>
                <a:lnTo>
                  <a:pt x="0" y="210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10.70.25.xx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20"/>
          <p:cNvSpPr/>
          <p:nvPr/>
        </p:nvSpPr>
        <p:spPr>
          <a:xfrm>
            <a:off x="4503960" y="3594240"/>
            <a:ext cx="745200" cy="216720"/>
          </a:xfrm>
          <a:custGeom>
            <a:avLst/>
            <a:gdLst>
              <a:gd name="textAreaLeft" fmla="*/ 0 w 745200"/>
              <a:gd name="textAreaRight" fmla="*/ 745560 w 745200"/>
              <a:gd name="textAreaTop" fmla="*/ 0 h 216720"/>
              <a:gd name="textAreaBottom" fmla="*/ 217080 h 216720"/>
            </a:gdLst>
            <a:ahLst/>
            <a:cxnLst/>
            <a:rect l="textAreaLeft" t="textAreaTop" r="textAreaRight" b="textAreaBottom"/>
            <a:pathLst>
              <a:path stroke="0" w="745689" h="217000">
                <a:moveTo>
                  <a:pt x="0" y="0"/>
                </a:moveTo>
                <a:lnTo>
                  <a:pt x="745689" y="0"/>
                </a:lnTo>
                <a:lnTo>
                  <a:pt x="745689" y="217000"/>
                </a:lnTo>
                <a:lnTo>
                  <a:pt x="0" y="217000"/>
                </a:lnTo>
                <a:lnTo>
                  <a:pt x="0" y="0"/>
                </a:lnTo>
                <a:close/>
              </a:path>
              <a:path fill="none" w="745689" h="217000">
                <a:moveTo>
                  <a:pt x="0" y="0"/>
                </a:moveTo>
                <a:lnTo>
                  <a:pt x="745689" y="0"/>
                </a:lnTo>
                <a:lnTo>
                  <a:pt x="745689" y="217000"/>
                </a:lnTo>
                <a:lnTo>
                  <a:pt x="0" y="217000"/>
                </a:lnTo>
                <a:lnTo>
                  <a:pt x="0" y="0"/>
                </a:lnTo>
                <a:close/>
              </a:path>
            </a:pathLst>
          </a:custGeom>
          <a:noFill/>
          <a:ln w="70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650" strike="noStrike" u="none">
                <a:solidFill>
                  <a:srgbClr val="191919"/>
                </a:solidFill>
                <a:effectLst/>
                <a:uFillTx/>
                <a:latin typeface="Bahnschrift Light"/>
                <a:ea typeface="Bahnschrift Light"/>
              </a:rPr>
              <a:t>10.70.12.xx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LibreOffice/25.2.7.1$Windows_X86_64 LibreOffice_project/16e8e36d1610f10597ed778c3dcb0a5aa0ed5d6f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2025-12-25T11:11:50Z</dcterms:created>
  <dc:creator>primeit</dc:creator>
  <dc:description/>
  <dc:language>en-US</dc:language>
  <cp:lastModifiedBy/>
  <dcterms:modified xsi:type="dcterms:W3CDTF">2025-12-25T11:13:30Z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0</vt:lpwstr>
  </property>
  <property fmtid="{D5CDD505-2E9C-101B-9397-08002B2CF9AE}" pid="3" name="Slides">
    <vt:i4>1</vt:i4>
  </property>
</Properties>
</file>